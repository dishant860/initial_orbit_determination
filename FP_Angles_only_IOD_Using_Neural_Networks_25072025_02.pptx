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28"/>
  </p:handoutMasterIdLst>
  <p:sldIdLst>
    <p:sldId id="256" r:id="rId3"/>
    <p:sldId id="425" r:id="rId4"/>
    <p:sldId id="404" r:id="rId5"/>
    <p:sldId id="454" r:id="rId6"/>
    <p:sldId id="429" r:id="rId7"/>
    <p:sldId id="422" r:id="rId8"/>
    <p:sldId id="411" r:id="rId10"/>
    <p:sldId id="426" r:id="rId11"/>
    <p:sldId id="424" r:id="rId12"/>
    <p:sldId id="452" r:id="rId13"/>
    <p:sldId id="428" r:id="rId14"/>
    <p:sldId id="442" r:id="rId15"/>
    <p:sldId id="434" r:id="rId16"/>
    <p:sldId id="443" r:id="rId17"/>
    <p:sldId id="444" r:id="rId18"/>
    <p:sldId id="430" r:id="rId19"/>
    <p:sldId id="449" r:id="rId20"/>
    <p:sldId id="447" r:id="rId21"/>
    <p:sldId id="448" r:id="rId22"/>
    <p:sldId id="431" r:id="rId23"/>
    <p:sldId id="432" r:id="rId24"/>
    <p:sldId id="380" r:id="rId25"/>
    <p:sldId id="369" r:id="rId26"/>
    <p:sldId id="453" r:id="rId27"/>
  </p:sldIdLst>
  <p:sldSz cx="12192000" cy="6858000"/>
  <p:notesSz cx="6797675" cy="9874250"/>
  <p:defaultTextStyle>
    <a:defPPr>
      <a:defRPr lang="en-US"/>
    </a:defPPr>
    <a:lvl1pPr algn="l" rtl="0" eaLnBrk="0" fontAlgn="base" hangingPunct="0">
      <a:spcBef>
        <a:spcPct val="0"/>
      </a:spcBef>
      <a:spcAft>
        <a:spcPct val="0"/>
      </a:spcAft>
      <a:defRPr sz="1400" b="1" kern="1200">
        <a:solidFill>
          <a:schemeClr val="tx1"/>
        </a:solidFill>
        <a:latin typeface="Arial Rounded MT Bold"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Rounded MT Bold" pitchFamily="34" charset="0"/>
        <a:ea typeface="+mn-ea"/>
        <a:cs typeface="+mn-cs"/>
      </a:defRPr>
    </a:lvl5pPr>
    <a:lvl6pPr marL="2286000" algn="l" defTabSz="914400" rtl="0" eaLnBrk="1" latinLnBrk="0" hangingPunct="1">
      <a:defRPr sz="1400" b="1" kern="1200">
        <a:solidFill>
          <a:schemeClr val="tx1"/>
        </a:solidFill>
        <a:latin typeface="Arial Rounded MT Bold" pitchFamily="34" charset="0"/>
        <a:ea typeface="+mn-ea"/>
        <a:cs typeface="+mn-cs"/>
      </a:defRPr>
    </a:lvl6pPr>
    <a:lvl7pPr marL="2743200" algn="l" defTabSz="914400" rtl="0" eaLnBrk="1" latinLnBrk="0" hangingPunct="1">
      <a:defRPr sz="1400" b="1" kern="1200">
        <a:solidFill>
          <a:schemeClr val="tx1"/>
        </a:solidFill>
        <a:latin typeface="Arial Rounded MT Bold" pitchFamily="34" charset="0"/>
        <a:ea typeface="+mn-ea"/>
        <a:cs typeface="+mn-cs"/>
      </a:defRPr>
    </a:lvl7pPr>
    <a:lvl8pPr marL="3200400" algn="l" defTabSz="914400" rtl="0" eaLnBrk="1" latinLnBrk="0" hangingPunct="1">
      <a:defRPr sz="1400" b="1" kern="1200">
        <a:solidFill>
          <a:schemeClr val="tx1"/>
        </a:solidFill>
        <a:latin typeface="Arial Rounded MT Bold" pitchFamily="34" charset="0"/>
        <a:ea typeface="+mn-ea"/>
        <a:cs typeface="+mn-cs"/>
      </a:defRPr>
    </a:lvl8pPr>
    <a:lvl9pPr marL="3657600" algn="l" defTabSz="914400" rtl="0" eaLnBrk="1" latinLnBrk="0" hangingPunct="1">
      <a:defRPr sz="1400" b="1" kern="1200">
        <a:solidFill>
          <a:schemeClr val="tx1"/>
        </a:solidFill>
        <a:latin typeface="Arial Rounded MT Bold"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kas Iffländer" initials="LI"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ED5"/>
    <a:srgbClr val="FFE4BD"/>
    <a:srgbClr val="FFE1D9"/>
    <a:srgbClr val="BAB8CC"/>
    <a:srgbClr val="063D79"/>
    <a:srgbClr val="1F5394"/>
    <a:srgbClr val="8A8A8A"/>
    <a:srgbClr val="FFFFFF"/>
    <a:srgbClr val="FF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53" autoAdjust="0"/>
    <p:restoredTop sz="94343" autoAdjust="0"/>
  </p:normalViewPr>
  <p:slideViewPr>
    <p:cSldViewPr showGuides="1">
      <p:cViewPr varScale="1">
        <p:scale>
          <a:sx n="69" d="100"/>
          <a:sy n="69" d="100"/>
        </p:scale>
        <p:origin x="86" y="384"/>
      </p:cViewPr>
      <p:guideLst>
        <p:guide orient="horz" pos="2160"/>
        <p:guide pos="3839"/>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113" d="100"/>
          <a:sy n="113" d="100"/>
        </p:scale>
        <p:origin x="7860" y="90"/>
      </p:cViewPr>
      <p:guideLst>
        <p:guide orient="horz" pos="3110"/>
        <p:guide pos="214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commentAuthors" Target="commentAuthors.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F:\MS\Universit&#228;t_W&#252;rzburg\Semester\1st_sem_SOSE_2025\Praktikum%20On-Board%20Pose%20Estimation%20and%20Tracking%20for%20Space\FP\Results_shee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sz="1600" b="0" i="0" baseline="0" dirty="0">
                <a:effectLst/>
              </a:rPr>
              <a:t>MAE Position Vector</a:t>
            </a:r>
            <a:endParaRPr lang="en-US" sz="1200" dirty="0">
              <a:effectLst/>
            </a:endParaRPr>
          </a:p>
        </c:rich>
      </c:tx>
      <c:layout>
        <c:manualLayout>
          <c:xMode val="edge"/>
          <c:yMode val="edge"/>
          <c:x val="0.321165493396357"/>
          <c:y val="0.064914995432097"/>
        </c:manualLayout>
      </c:layout>
      <c:overlay val="0"/>
      <c:spPr>
        <a:noFill/>
        <a:ln>
          <a:noFill/>
        </a:ln>
        <a:effectLst/>
      </c:spPr>
    </c:title>
    <c:autoTitleDeleted val="0"/>
    <c:plotArea>
      <c:layout/>
      <c:barChart>
        <c:barDir val="col"/>
        <c:grouping val="clustered"/>
        <c:varyColors val="0"/>
        <c:ser>
          <c:idx val="0"/>
          <c:order val="0"/>
          <c:tx>
            <c:strRef>
              <c:f>'Traditional methos comparision'!$C$4</c:f>
              <c:strCache>
                <c:ptCount val="1"/>
                <c:pt idx="0">
                  <c:v>Gauss </c:v>
                </c:pt>
              </c:strCache>
            </c:strRef>
          </c:tx>
          <c:spPr>
            <a:solidFill>
              <a:schemeClr val="accent1"/>
            </a:solidFill>
            <a:ln>
              <a:noFill/>
            </a:ln>
            <a:effectLst/>
          </c:spPr>
          <c:invertIfNegative val="0"/>
          <c:dLbls>
            <c:delete val="1"/>
          </c:dLbls>
          <c:cat>
            <c:strRef>
              <c:f>'Traditional methos comparision'!$D$3:$F$3</c:f>
              <c:strCache>
                <c:ptCount val="3"/>
                <c:pt idx="0">
                  <c:v>r_x   (km)</c:v>
                </c:pt>
                <c:pt idx="1">
                  <c:v>r_y   (km)</c:v>
                </c:pt>
                <c:pt idx="2">
                  <c:v>r_z   (km)</c:v>
                </c:pt>
              </c:strCache>
            </c:strRef>
          </c:cat>
          <c:val>
            <c:numRef>
              <c:f>'Traditional methos comparision'!$D$4:$F$4</c:f>
              <c:numCache>
                <c:formatCode>General</c:formatCode>
                <c:ptCount val="3"/>
                <c:pt idx="0">
                  <c:v>123.91</c:v>
                </c:pt>
                <c:pt idx="1">
                  <c:v>55.22</c:v>
                </c:pt>
                <c:pt idx="2">
                  <c:v>10.8</c:v>
                </c:pt>
              </c:numCache>
            </c:numRef>
          </c:val>
        </c:ser>
        <c:ser>
          <c:idx val="1"/>
          <c:order val="1"/>
          <c:tx>
            <c:strRef>
              <c:f>'Traditional methos comparision'!$C$5</c:f>
              <c:strCache>
                <c:ptCount val="1"/>
                <c:pt idx="0">
                  <c:v>Laplace</c:v>
                </c:pt>
              </c:strCache>
            </c:strRef>
          </c:tx>
          <c:spPr>
            <a:solidFill>
              <a:schemeClr val="accent2"/>
            </a:solidFill>
            <a:ln>
              <a:noFill/>
            </a:ln>
            <a:effectLst/>
          </c:spPr>
          <c:invertIfNegative val="0"/>
          <c:dLbls>
            <c:delete val="1"/>
          </c:dLbls>
          <c:cat>
            <c:strRef>
              <c:f>'Traditional methos comparision'!$D$3:$F$3</c:f>
              <c:strCache>
                <c:ptCount val="3"/>
                <c:pt idx="0">
                  <c:v>r_x   (km)</c:v>
                </c:pt>
                <c:pt idx="1">
                  <c:v>r_y   (km)</c:v>
                </c:pt>
                <c:pt idx="2">
                  <c:v>r_z   (km)</c:v>
                </c:pt>
              </c:strCache>
            </c:strRef>
          </c:cat>
          <c:val>
            <c:numRef>
              <c:f>'Traditional methos comparision'!$D$5:$F$5</c:f>
              <c:numCache>
                <c:formatCode>General</c:formatCode>
                <c:ptCount val="3"/>
                <c:pt idx="0">
                  <c:v>124</c:v>
                </c:pt>
                <c:pt idx="1">
                  <c:v>55.26</c:v>
                </c:pt>
                <c:pt idx="2">
                  <c:v>10.8</c:v>
                </c:pt>
              </c:numCache>
            </c:numRef>
          </c:val>
        </c:ser>
        <c:dLbls>
          <c:showLegendKey val="0"/>
          <c:showVal val="0"/>
          <c:showCatName val="0"/>
          <c:showSerName val="0"/>
          <c:showPercent val="0"/>
          <c:showBubbleSize val="0"/>
        </c:dLbls>
        <c:gapWidth val="219"/>
        <c:overlap val="-27"/>
        <c:axId val="33509264"/>
        <c:axId val="33508280"/>
      </c:barChart>
      <c:catAx>
        <c:axId val="33509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3508280"/>
        <c:crosses val="autoZero"/>
        <c:auto val="1"/>
        <c:lblAlgn val="ctr"/>
        <c:lblOffset val="100"/>
        <c:noMultiLvlLbl val="0"/>
      </c:catAx>
      <c:valAx>
        <c:axId val="335082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350926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fba904a-033d-4182-a9bd-3390b535d31e}"/>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sz="1600" b="0" i="0" baseline="0" dirty="0">
                <a:effectLst/>
              </a:rPr>
              <a:t>MAE Velocity Vector</a:t>
            </a:r>
            <a:endParaRPr lang="en-US" sz="1200" dirty="0">
              <a:effectLst/>
            </a:endParaRPr>
          </a:p>
        </c:rich>
      </c:tx>
      <c:layout>
        <c:manualLayout>
          <c:xMode val="edge"/>
          <c:yMode val="edge"/>
          <c:x val="0.296374489859849"/>
          <c:y val="0.0725556477180499"/>
        </c:manualLayout>
      </c:layout>
      <c:overlay val="0"/>
      <c:spPr>
        <a:noFill/>
        <a:ln>
          <a:noFill/>
        </a:ln>
        <a:effectLst/>
      </c:spPr>
    </c:title>
    <c:autoTitleDeleted val="0"/>
    <c:plotArea>
      <c:layout/>
      <c:barChart>
        <c:barDir val="col"/>
        <c:grouping val="clustered"/>
        <c:varyColors val="0"/>
        <c:ser>
          <c:idx val="0"/>
          <c:order val="0"/>
          <c:tx>
            <c:strRef>
              <c:f>'Traditional methos comparision'!$C$4</c:f>
              <c:strCache>
                <c:ptCount val="1"/>
                <c:pt idx="0">
                  <c:v>Gauss </c:v>
                </c:pt>
              </c:strCache>
            </c:strRef>
          </c:tx>
          <c:spPr>
            <a:solidFill>
              <a:schemeClr val="accent1"/>
            </a:solidFill>
            <a:ln>
              <a:noFill/>
            </a:ln>
            <a:effectLst/>
          </c:spPr>
          <c:invertIfNegative val="0"/>
          <c:dLbls>
            <c:delete val="1"/>
          </c:dLbls>
          <c:cat>
            <c:strRef>
              <c:f>'Traditional methos comparision'!$G$3:$I$3</c:f>
              <c:strCache>
                <c:ptCount val="3"/>
                <c:pt idx="0">
                  <c:v>v_x (km/s)</c:v>
                </c:pt>
                <c:pt idx="1">
                  <c:v>v_y (km/s)</c:v>
                </c:pt>
                <c:pt idx="2">
                  <c:v>v_z (km/s)</c:v>
                </c:pt>
              </c:strCache>
            </c:strRef>
          </c:cat>
          <c:val>
            <c:numRef>
              <c:f>'Traditional methos comparision'!$G$4:$I$4</c:f>
              <c:numCache>
                <c:formatCode>General</c:formatCode>
                <c:ptCount val="3"/>
                <c:pt idx="0">
                  <c:v>0.01</c:v>
                </c:pt>
                <c:pt idx="1">
                  <c:v>0.03</c:v>
                </c:pt>
                <c:pt idx="2">
                  <c:v>0.02</c:v>
                </c:pt>
              </c:numCache>
            </c:numRef>
          </c:val>
        </c:ser>
        <c:ser>
          <c:idx val="1"/>
          <c:order val="1"/>
          <c:tx>
            <c:strRef>
              <c:f>'Traditional methos comparision'!$C$5</c:f>
              <c:strCache>
                <c:ptCount val="1"/>
                <c:pt idx="0">
                  <c:v>Laplace</c:v>
                </c:pt>
              </c:strCache>
            </c:strRef>
          </c:tx>
          <c:spPr>
            <a:solidFill>
              <a:schemeClr val="accent2"/>
            </a:solidFill>
            <a:ln>
              <a:noFill/>
            </a:ln>
            <a:effectLst/>
          </c:spPr>
          <c:invertIfNegative val="0"/>
          <c:dLbls>
            <c:delete val="1"/>
          </c:dLbls>
          <c:cat>
            <c:strRef>
              <c:f>'Traditional methos comparision'!$G$3:$I$3</c:f>
              <c:strCache>
                <c:ptCount val="3"/>
                <c:pt idx="0">
                  <c:v>v_x (km/s)</c:v>
                </c:pt>
                <c:pt idx="1">
                  <c:v>v_y (km/s)</c:v>
                </c:pt>
                <c:pt idx="2">
                  <c:v>v_z (km/s)</c:v>
                </c:pt>
              </c:strCache>
            </c:strRef>
          </c:cat>
          <c:val>
            <c:numRef>
              <c:f>'Traditional methos comparision'!$G$5:$I$5</c:f>
              <c:numCache>
                <c:formatCode>General</c:formatCode>
                <c:ptCount val="3"/>
                <c:pt idx="0">
                  <c:v>0.01</c:v>
                </c:pt>
                <c:pt idx="1">
                  <c:v>0.03</c:v>
                </c:pt>
                <c:pt idx="2">
                  <c:v>0.02</c:v>
                </c:pt>
              </c:numCache>
            </c:numRef>
          </c:val>
        </c:ser>
        <c:dLbls>
          <c:showLegendKey val="0"/>
          <c:showVal val="0"/>
          <c:showCatName val="0"/>
          <c:showSerName val="0"/>
          <c:showPercent val="0"/>
          <c:showBubbleSize val="0"/>
        </c:dLbls>
        <c:gapWidth val="219"/>
        <c:overlap val="-27"/>
        <c:axId val="33516152"/>
        <c:axId val="33519104"/>
      </c:barChart>
      <c:catAx>
        <c:axId val="33516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3519104"/>
        <c:crosses val="autoZero"/>
        <c:auto val="1"/>
        <c:lblAlgn val="ctr"/>
        <c:lblOffset val="100"/>
        <c:noMultiLvlLbl val="0"/>
      </c:catAx>
      <c:valAx>
        <c:axId val="3351910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3516152"/>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bdb334c8-06d2-4e73-92a8-9b3830dc9268}"/>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sz="1600" b="0" i="0" baseline="0" dirty="0">
                <a:effectLst/>
              </a:rPr>
              <a:t>RMSE Position Vector</a:t>
            </a:r>
            <a:endParaRPr lang="en-US" sz="1200" dirty="0">
              <a:effectLst/>
            </a:endParaRPr>
          </a:p>
        </c:rich>
      </c:tx>
      <c:layout/>
      <c:overlay val="0"/>
      <c:spPr>
        <a:noFill/>
        <a:ln>
          <a:noFill/>
        </a:ln>
        <a:effectLst/>
      </c:spPr>
    </c:title>
    <c:autoTitleDeleted val="0"/>
    <c:plotArea>
      <c:layout/>
      <c:barChart>
        <c:barDir val="col"/>
        <c:grouping val="clustered"/>
        <c:varyColors val="0"/>
        <c:ser>
          <c:idx val="0"/>
          <c:order val="0"/>
          <c:tx>
            <c:strRef>
              <c:f>'Traditional methos comparision'!$K$4</c:f>
              <c:strCache>
                <c:ptCount val="1"/>
                <c:pt idx="0">
                  <c:v>Gauss </c:v>
                </c:pt>
              </c:strCache>
            </c:strRef>
          </c:tx>
          <c:spPr>
            <a:solidFill>
              <a:schemeClr val="accent1"/>
            </a:solidFill>
            <a:ln>
              <a:noFill/>
            </a:ln>
            <a:effectLst/>
          </c:spPr>
          <c:invertIfNegative val="0"/>
          <c:dLbls>
            <c:delete val="1"/>
          </c:dLbls>
          <c:cat>
            <c:strRef>
              <c:f>'Traditional methos comparision'!$L$3:$N$3</c:f>
              <c:strCache>
                <c:ptCount val="3"/>
                <c:pt idx="0">
                  <c:v>r_x   (km)</c:v>
                </c:pt>
                <c:pt idx="1">
                  <c:v>r_y   (km)</c:v>
                </c:pt>
                <c:pt idx="2">
                  <c:v>r_z   (km)</c:v>
                </c:pt>
              </c:strCache>
            </c:strRef>
          </c:cat>
          <c:val>
            <c:numRef>
              <c:f>'Traditional methos comparision'!$L$4:$N$4</c:f>
              <c:numCache>
                <c:formatCode>General</c:formatCode>
                <c:ptCount val="3"/>
                <c:pt idx="0">
                  <c:v>673.66</c:v>
                </c:pt>
                <c:pt idx="1">
                  <c:v>300.12</c:v>
                </c:pt>
                <c:pt idx="2">
                  <c:v>57.54</c:v>
                </c:pt>
              </c:numCache>
            </c:numRef>
          </c:val>
        </c:ser>
        <c:ser>
          <c:idx val="1"/>
          <c:order val="1"/>
          <c:tx>
            <c:strRef>
              <c:f>'Traditional methos comparision'!$K$5</c:f>
              <c:strCache>
                <c:ptCount val="1"/>
                <c:pt idx="0">
                  <c:v>Laplace</c:v>
                </c:pt>
              </c:strCache>
            </c:strRef>
          </c:tx>
          <c:spPr>
            <a:solidFill>
              <a:schemeClr val="accent2"/>
            </a:solidFill>
            <a:ln>
              <a:noFill/>
            </a:ln>
            <a:effectLst/>
          </c:spPr>
          <c:invertIfNegative val="0"/>
          <c:dLbls>
            <c:delete val="1"/>
          </c:dLbls>
          <c:cat>
            <c:strRef>
              <c:f>'Traditional methos comparision'!$L$3:$N$3</c:f>
              <c:strCache>
                <c:ptCount val="3"/>
                <c:pt idx="0">
                  <c:v>r_x   (km)</c:v>
                </c:pt>
                <c:pt idx="1">
                  <c:v>r_y   (km)</c:v>
                </c:pt>
                <c:pt idx="2">
                  <c:v>r_z   (km)</c:v>
                </c:pt>
              </c:strCache>
            </c:strRef>
          </c:cat>
          <c:val>
            <c:numRef>
              <c:f>'Traditional methos comparision'!$L$5:$N$5</c:f>
              <c:numCache>
                <c:formatCode>General</c:formatCode>
                <c:ptCount val="3"/>
                <c:pt idx="0">
                  <c:v>673.68</c:v>
                </c:pt>
                <c:pt idx="1">
                  <c:v>300.12</c:v>
                </c:pt>
                <c:pt idx="2">
                  <c:v>57.54</c:v>
                </c:pt>
              </c:numCache>
            </c:numRef>
          </c:val>
        </c:ser>
        <c:dLbls>
          <c:showLegendKey val="0"/>
          <c:showVal val="0"/>
          <c:showCatName val="0"/>
          <c:showSerName val="0"/>
          <c:showPercent val="0"/>
          <c:showBubbleSize val="0"/>
        </c:dLbls>
        <c:gapWidth val="219"/>
        <c:overlap val="-27"/>
        <c:axId val="448177728"/>
        <c:axId val="448175432"/>
      </c:barChart>
      <c:catAx>
        <c:axId val="448177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48175432"/>
        <c:crosses val="autoZero"/>
        <c:auto val="1"/>
        <c:lblAlgn val="ctr"/>
        <c:lblOffset val="100"/>
        <c:noMultiLvlLbl val="0"/>
      </c:catAx>
      <c:valAx>
        <c:axId val="44817543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4817772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bc17a3cf-018c-47ef-8a74-c532f4cd9b03}"/>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sz="1600" b="0" i="0" baseline="0" dirty="0">
                <a:effectLst/>
              </a:rPr>
              <a:t>RMSE Velocity Vector</a:t>
            </a:r>
            <a:endParaRPr lang="en-US" sz="1200" dirty="0">
              <a:effectLst/>
            </a:endParaRPr>
          </a:p>
        </c:rich>
      </c:tx>
      <c:layout/>
      <c:overlay val="0"/>
      <c:spPr>
        <a:noFill/>
        <a:ln>
          <a:noFill/>
        </a:ln>
        <a:effectLst/>
      </c:spPr>
    </c:title>
    <c:autoTitleDeleted val="0"/>
    <c:plotArea>
      <c:layout/>
      <c:barChart>
        <c:barDir val="col"/>
        <c:grouping val="clustered"/>
        <c:varyColors val="0"/>
        <c:ser>
          <c:idx val="0"/>
          <c:order val="0"/>
          <c:tx>
            <c:strRef>
              <c:f>'Traditional methos comparision'!$K$4</c:f>
              <c:strCache>
                <c:ptCount val="1"/>
                <c:pt idx="0">
                  <c:v>Gauss </c:v>
                </c:pt>
              </c:strCache>
            </c:strRef>
          </c:tx>
          <c:spPr>
            <a:solidFill>
              <a:schemeClr val="accent1"/>
            </a:solidFill>
            <a:ln>
              <a:noFill/>
            </a:ln>
            <a:effectLst/>
          </c:spPr>
          <c:invertIfNegative val="0"/>
          <c:dLbls>
            <c:delete val="1"/>
          </c:dLbls>
          <c:cat>
            <c:strRef>
              <c:f>'Traditional methos comparision'!$O$3:$Q$3</c:f>
              <c:strCache>
                <c:ptCount val="3"/>
                <c:pt idx="0">
                  <c:v>v_x (km/s)</c:v>
                </c:pt>
                <c:pt idx="1">
                  <c:v>v_y (km/s)</c:v>
                </c:pt>
                <c:pt idx="2">
                  <c:v>v_z (km/s)</c:v>
                </c:pt>
              </c:strCache>
            </c:strRef>
          </c:cat>
          <c:val>
            <c:numRef>
              <c:f>'Traditional methos comparision'!$O$4:$Q$4</c:f>
              <c:numCache>
                <c:formatCode>General</c:formatCode>
                <c:ptCount val="3"/>
                <c:pt idx="0">
                  <c:v>0.06</c:v>
                </c:pt>
                <c:pt idx="1">
                  <c:v>0.12</c:v>
                </c:pt>
                <c:pt idx="2">
                  <c:v>0.08</c:v>
                </c:pt>
              </c:numCache>
            </c:numRef>
          </c:val>
        </c:ser>
        <c:ser>
          <c:idx val="1"/>
          <c:order val="1"/>
          <c:tx>
            <c:strRef>
              <c:f>'Traditional methos comparision'!$K$5</c:f>
              <c:strCache>
                <c:ptCount val="1"/>
                <c:pt idx="0">
                  <c:v>Laplace</c:v>
                </c:pt>
              </c:strCache>
            </c:strRef>
          </c:tx>
          <c:spPr>
            <a:solidFill>
              <a:schemeClr val="accent2"/>
            </a:solidFill>
            <a:ln>
              <a:noFill/>
            </a:ln>
            <a:effectLst/>
          </c:spPr>
          <c:invertIfNegative val="0"/>
          <c:dLbls>
            <c:delete val="1"/>
          </c:dLbls>
          <c:cat>
            <c:strRef>
              <c:f>'Traditional methos comparision'!$O$3:$Q$3</c:f>
              <c:strCache>
                <c:ptCount val="3"/>
                <c:pt idx="0">
                  <c:v>v_x (km/s)</c:v>
                </c:pt>
                <c:pt idx="1">
                  <c:v>v_y (km/s)</c:v>
                </c:pt>
                <c:pt idx="2">
                  <c:v>v_z (km/s)</c:v>
                </c:pt>
              </c:strCache>
            </c:strRef>
          </c:cat>
          <c:val>
            <c:numRef>
              <c:f>'Traditional methos comparision'!$O$5:$Q$5</c:f>
              <c:numCache>
                <c:formatCode>General</c:formatCode>
                <c:ptCount val="3"/>
                <c:pt idx="0">
                  <c:v>0.06</c:v>
                </c:pt>
                <c:pt idx="1">
                  <c:v>0.12</c:v>
                </c:pt>
                <c:pt idx="2">
                  <c:v>0.08</c:v>
                </c:pt>
              </c:numCache>
            </c:numRef>
          </c:val>
        </c:ser>
        <c:dLbls>
          <c:showLegendKey val="0"/>
          <c:showVal val="0"/>
          <c:showCatName val="0"/>
          <c:showSerName val="0"/>
          <c:showPercent val="0"/>
          <c:showBubbleSize val="0"/>
        </c:dLbls>
        <c:gapWidth val="219"/>
        <c:overlap val="-27"/>
        <c:axId val="377589176"/>
        <c:axId val="377587208"/>
      </c:barChart>
      <c:catAx>
        <c:axId val="377589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77587208"/>
        <c:crosses val="autoZero"/>
        <c:auto val="1"/>
        <c:lblAlgn val="ctr"/>
        <c:lblOffset val="100"/>
        <c:noMultiLvlLbl val="0"/>
      </c:catAx>
      <c:valAx>
        <c:axId val="37758720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7758917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3fdd99d8-7086-4a6d-93a1-3f2be86178d2}"/>
      </c:ext>
    </c:extLst>
  </c:chart>
  <c:spPr>
    <a:noFill/>
    <a:ln>
      <a:noFill/>
    </a:ln>
    <a:effectLst/>
  </c:spPr>
  <c:txPr>
    <a:bodyPr/>
    <a:lstStyle/>
    <a:p>
      <a:pPr>
        <a:defRPr lang="en-US"/>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dirty="0"/>
              <a:t>MAE</a:t>
            </a:r>
            <a:r>
              <a:rPr lang="en-US" baseline="0" dirty="0"/>
              <a:t> Position Vector</a:t>
            </a:r>
            <a:endParaRPr lang="en-US" dirty="0"/>
          </a:p>
        </c:rich>
      </c:tx>
      <c:layout>
        <c:manualLayout>
          <c:xMode val="edge"/>
          <c:yMode val="edge"/>
          <c:x val="0.289442719369146"/>
          <c:y val="0.0893534329307504"/>
        </c:manualLayout>
      </c:layout>
      <c:overlay val="0"/>
      <c:spPr>
        <a:noFill/>
        <a:ln>
          <a:noFill/>
        </a:ln>
        <a:effectLst/>
      </c:spPr>
    </c:title>
    <c:autoTitleDeleted val="0"/>
    <c:plotArea>
      <c:layout/>
      <c:barChart>
        <c:barDir val="col"/>
        <c:grouping val="clustered"/>
        <c:varyColors val="0"/>
        <c:ser>
          <c:idx val="0"/>
          <c:order val="0"/>
          <c:tx>
            <c:strRef>
              <c:f>'1 OUTLIER COMPARISION'!$D$3</c:f>
              <c:strCache>
                <c:ptCount val="1"/>
                <c:pt idx="0">
                  <c:v>r_x   (km)</c:v>
                </c:pt>
              </c:strCache>
            </c:strRef>
          </c:tx>
          <c:spPr>
            <a:solidFill>
              <a:schemeClr val="accent1"/>
            </a:solidFill>
            <a:ln>
              <a:noFill/>
            </a:ln>
            <a:effectLst/>
          </c:spPr>
          <c:invertIfNegative val="0"/>
          <c:dLbls>
            <c:delete val="1"/>
          </c:dLbls>
          <c:cat>
            <c:strRef>
              <c:f>'1 OUTLIER COMPARISION'!$C$4:$C$7</c:f>
              <c:strCache>
                <c:ptCount val="4"/>
                <c:pt idx="0">
                  <c:v>MLP</c:v>
                </c:pt>
                <c:pt idx="1">
                  <c:v>LSTM </c:v>
                </c:pt>
                <c:pt idx="2">
                  <c:v>Gauss </c:v>
                </c:pt>
                <c:pt idx="3">
                  <c:v>Laplace</c:v>
                </c:pt>
              </c:strCache>
            </c:strRef>
          </c:cat>
          <c:val>
            <c:numRef>
              <c:f>'1 OUTLIER COMPARISION'!$D$4:$D$7</c:f>
              <c:numCache>
                <c:formatCode>General</c:formatCode>
                <c:ptCount val="4"/>
                <c:pt idx="0">
                  <c:v>209.7</c:v>
                </c:pt>
                <c:pt idx="1">
                  <c:v>1665.624</c:v>
                </c:pt>
                <c:pt idx="2">
                  <c:v>123.91</c:v>
                </c:pt>
                <c:pt idx="3">
                  <c:v>124</c:v>
                </c:pt>
              </c:numCache>
            </c:numRef>
          </c:val>
        </c:ser>
        <c:ser>
          <c:idx val="1"/>
          <c:order val="1"/>
          <c:tx>
            <c:strRef>
              <c:f>'1 OUTLIER COMPARISION'!$E$3</c:f>
              <c:strCache>
                <c:ptCount val="1"/>
                <c:pt idx="0">
                  <c:v>r_y   (km)</c:v>
                </c:pt>
              </c:strCache>
            </c:strRef>
          </c:tx>
          <c:spPr>
            <a:solidFill>
              <a:schemeClr val="accent2"/>
            </a:solidFill>
            <a:ln>
              <a:noFill/>
            </a:ln>
            <a:effectLst/>
          </c:spPr>
          <c:invertIfNegative val="0"/>
          <c:dLbls>
            <c:delete val="1"/>
          </c:dLbls>
          <c:cat>
            <c:strRef>
              <c:f>'1 OUTLIER COMPARISION'!$C$4:$C$7</c:f>
              <c:strCache>
                <c:ptCount val="4"/>
                <c:pt idx="0">
                  <c:v>MLP</c:v>
                </c:pt>
                <c:pt idx="1">
                  <c:v>LSTM </c:v>
                </c:pt>
                <c:pt idx="2">
                  <c:v>Gauss </c:v>
                </c:pt>
                <c:pt idx="3">
                  <c:v>Laplace</c:v>
                </c:pt>
              </c:strCache>
            </c:strRef>
          </c:cat>
          <c:val>
            <c:numRef>
              <c:f>'1 OUTLIER COMPARISION'!$E$4:$E$7</c:f>
              <c:numCache>
                <c:formatCode>General</c:formatCode>
                <c:ptCount val="4"/>
                <c:pt idx="0">
                  <c:v>235.27</c:v>
                </c:pt>
                <c:pt idx="1">
                  <c:v>3047.466</c:v>
                </c:pt>
                <c:pt idx="2">
                  <c:v>55.22</c:v>
                </c:pt>
                <c:pt idx="3">
                  <c:v>55.26</c:v>
                </c:pt>
              </c:numCache>
            </c:numRef>
          </c:val>
        </c:ser>
        <c:ser>
          <c:idx val="2"/>
          <c:order val="2"/>
          <c:tx>
            <c:strRef>
              <c:f>'1 OUTLIER COMPARISION'!$F$3</c:f>
              <c:strCache>
                <c:ptCount val="1"/>
                <c:pt idx="0">
                  <c:v>r_z   (km)</c:v>
                </c:pt>
              </c:strCache>
            </c:strRef>
          </c:tx>
          <c:spPr>
            <a:solidFill>
              <a:schemeClr val="accent3"/>
            </a:solidFill>
            <a:ln>
              <a:noFill/>
            </a:ln>
            <a:effectLst/>
          </c:spPr>
          <c:invertIfNegative val="0"/>
          <c:dLbls>
            <c:delete val="1"/>
          </c:dLbls>
          <c:cat>
            <c:strRef>
              <c:f>'1 OUTLIER COMPARISION'!$C$4:$C$7</c:f>
              <c:strCache>
                <c:ptCount val="4"/>
                <c:pt idx="0">
                  <c:v>MLP</c:v>
                </c:pt>
                <c:pt idx="1">
                  <c:v>LSTM </c:v>
                </c:pt>
                <c:pt idx="2">
                  <c:v>Gauss </c:v>
                </c:pt>
                <c:pt idx="3">
                  <c:v>Laplace</c:v>
                </c:pt>
              </c:strCache>
            </c:strRef>
          </c:cat>
          <c:val>
            <c:numRef>
              <c:f>'1 OUTLIER COMPARISION'!$F$4:$F$7</c:f>
              <c:numCache>
                <c:formatCode>General</c:formatCode>
                <c:ptCount val="4"/>
                <c:pt idx="0">
                  <c:v>0</c:v>
                </c:pt>
                <c:pt idx="1">
                  <c:v>72.694</c:v>
                </c:pt>
                <c:pt idx="2">
                  <c:v>10.8</c:v>
                </c:pt>
                <c:pt idx="3">
                  <c:v>10.8</c:v>
                </c:pt>
              </c:numCache>
            </c:numRef>
          </c:val>
        </c:ser>
        <c:dLbls>
          <c:showLegendKey val="0"/>
          <c:showVal val="0"/>
          <c:showCatName val="0"/>
          <c:showSerName val="0"/>
          <c:showPercent val="0"/>
          <c:showBubbleSize val="0"/>
        </c:dLbls>
        <c:gapWidth val="219"/>
        <c:overlap val="-27"/>
        <c:axId val="384171408"/>
        <c:axId val="384168456"/>
      </c:barChart>
      <c:catAx>
        <c:axId val="384171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50" b="0" i="0" u="none" strike="noStrike" kern="1200" baseline="0">
                <a:solidFill>
                  <a:schemeClr val="tx1">
                    <a:lumMod val="65000"/>
                    <a:lumOff val="35000"/>
                  </a:schemeClr>
                </a:solidFill>
                <a:latin typeface="+mn-lt"/>
                <a:ea typeface="+mn-ea"/>
                <a:cs typeface="+mn-cs"/>
              </a:defRPr>
            </a:pPr>
          </a:p>
        </c:txPr>
        <c:crossAx val="384168456"/>
        <c:crosses val="autoZero"/>
        <c:auto val="1"/>
        <c:lblAlgn val="ctr"/>
        <c:lblOffset val="100"/>
        <c:noMultiLvlLbl val="0"/>
      </c:catAx>
      <c:valAx>
        <c:axId val="384168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8417140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en-US" sz="11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c3cc947b-6fd9-46ef-9f6b-8d006299f1a0}"/>
      </c:ext>
    </c:extLst>
  </c:chart>
  <c:spPr>
    <a:noFill/>
    <a:ln>
      <a:noFill/>
    </a:ln>
    <a:effectLst/>
  </c:spPr>
  <c:txPr>
    <a:bodyPr/>
    <a:lstStyle/>
    <a:p>
      <a:pPr>
        <a:defRPr lang="en-US"/>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sz="1400" b="0" i="0" baseline="0" dirty="0">
                <a:effectLst/>
              </a:rPr>
              <a:t>MAE Velocity Vector</a:t>
            </a:r>
            <a:endParaRPr lang="en-US" sz="1100" dirty="0">
              <a:effectLst/>
            </a:endParaRPr>
          </a:p>
        </c:rich>
      </c:tx>
      <c:layout>
        <c:manualLayout>
          <c:xMode val="edge"/>
          <c:yMode val="edge"/>
          <c:x val="0.2962217358967"/>
          <c:y val="0.0829940363317332"/>
        </c:manualLayout>
      </c:layout>
      <c:overlay val="0"/>
      <c:spPr>
        <a:noFill/>
        <a:ln>
          <a:noFill/>
        </a:ln>
        <a:effectLst/>
      </c:spPr>
    </c:title>
    <c:autoTitleDeleted val="0"/>
    <c:plotArea>
      <c:layout/>
      <c:barChart>
        <c:barDir val="col"/>
        <c:grouping val="clustered"/>
        <c:varyColors val="0"/>
        <c:ser>
          <c:idx val="0"/>
          <c:order val="0"/>
          <c:tx>
            <c:strRef>
              <c:f>'1 OUTLIER COMPARISION'!$G$3</c:f>
              <c:strCache>
                <c:ptCount val="1"/>
                <c:pt idx="0">
                  <c:v>v_x (km/s)</c:v>
                </c:pt>
              </c:strCache>
            </c:strRef>
          </c:tx>
          <c:spPr>
            <a:solidFill>
              <a:schemeClr val="accent1"/>
            </a:solidFill>
            <a:ln>
              <a:noFill/>
            </a:ln>
            <a:effectLst/>
          </c:spPr>
          <c:invertIfNegative val="0"/>
          <c:dLbls>
            <c:delete val="1"/>
          </c:dLbls>
          <c:cat>
            <c:strRef>
              <c:f>'1 OUTLIER COMPARISION'!$C$4:$C$7</c:f>
              <c:strCache>
                <c:ptCount val="4"/>
                <c:pt idx="0">
                  <c:v>MLP</c:v>
                </c:pt>
                <c:pt idx="1">
                  <c:v>LSTM </c:v>
                </c:pt>
                <c:pt idx="2">
                  <c:v>Gauss </c:v>
                </c:pt>
                <c:pt idx="3">
                  <c:v>Laplace</c:v>
                </c:pt>
              </c:strCache>
            </c:strRef>
          </c:cat>
          <c:val>
            <c:numRef>
              <c:f>'1 OUTLIER COMPARISION'!$G$4:$G$7</c:f>
              <c:numCache>
                <c:formatCode>General</c:formatCode>
                <c:ptCount val="4"/>
                <c:pt idx="0">
                  <c:v>0.03</c:v>
                </c:pt>
                <c:pt idx="1">
                  <c:v>0.311</c:v>
                </c:pt>
                <c:pt idx="2">
                  <c:v>0.01</c:v>
                </c:pt>
                <c:pt idx="3">
                  <c:v>0.01</c:v>
                </c:pt>
              </c:numCache>
            </c:numRef>
          </c:val>
        </c:ser>
        <c:ser>
          <c:idx val="1"/>
          <c:order val="1"/>
          <c:tx>
            <c:strRef>
              <c:f>'1 OUTLIER COMPARISION'!$H$3</c:f>
              <c:strCache>
                <c:ptCount val="1"/>
                <c:pt idx="0">
                  <c:v>v_y (km/s)</c:v>
                </c:pt>
              </c:strCache>
            </c:strRef>
          </c:tx>
          <c:spPr>
            <a:solidFill>
              <a:schemeClr val="accent2"/>
            </a:solidFill>
            <a:ln>
              <a:noFill/>
            </a:ln>
            <a:effectLst/>
          </c:spPr>
          <c:invertIfNegative val="0"/>
          <c:dLbls>
            <c:delete val="1"/>
          </c:dLbls>
          <c:cat>
            <c:strRef>
              <c:f>'1 OUTLIER COMPARISION'!$C$4:$C$7</c:f>
              <c:strCache>
                <c:ptCount val="4"/>
                <c:pt idx="0">
                  <c:v>MLP</c:v>
                </c:pt>
                <c:pt idx="1">
                  <c:v>LSTM </c:v>
                </c:pt>
                <c:pt idx="2">
                  <c:v>Gauss </c:v>
                </c:pt>
                <c:pt idx="3">
                  <c:v>Laplace</c:v>
                </c:pt>
              </c:strCache>
            </c:strRef>
          </c:cat>
          <c:val>
            <c:numRef>
              <c:f>'1 OUTLIER COMPARISION'!$H$4:$H$7</c:f>
              <c:numCache>
                <c:formatCode>General</c:formatCode>
                <c:ptCount val="4"/>
                <c:pt idx="0">
                  <c:v>0.03</c:v>
                </c:pt>
                <c:pt idx="1">
                  <c:v>0.88</c:v>
                </c:pt>
                <c:pt idx="2">
                  <c:v>0.03</c:v>
                </c:pt>
                <c:pt idx="3">
                  <c:v>0.03</c:v>
                </c:pt>
              </c:numCache>
            </c:numRef>
          </c:val>
        </c:ser>
        <c:ser>
          <c:idx val="2"/>
          <c:order val="2"/>
          <c:tx>
            <c:strRef>
              <c:f>'1 OUTLIER COMPARISION'!$I$3</c:f>
              <c:strCache>
                <c:ptCount val="1"/>
                <c:pt idx="0">
                  <c:v>v_z (km/s)</c:v>
                </c:pt>
              </c:strCache>
            </c:strRef>
          </c:tx>
          <c:spPr>
            <a:solidFill>
              <a:schemeClr val="accent3"/>
            </a:solidFill>
            <a:ln>
              <a:noFill/>
            </a:ln>
            <a:effectLst/>
          </c:spPr>
          <c:invertIfNegative val="0"/>
          <c:dLbls>
            <c:delete val="1"/>
          </c:dLbls>
          <c:cat>
            <c:strRef>
              <c:f>'1 OUTLIER COMPARISION'!$C$4:$C$7</c:f>
              <c:strCache>
                <c:ptCount val="4"/>
                <c:pt idx="0">
                  <c:v>MLP</c:v>
                </c:pt>
                <c:pt idx="1">
                  <c:v>LSTM </c:v>
                </c:pt>
                <c:pt idx="2">
                  <c:v>Gauss </c:v>
                </c:pt>
                <c:pt idx="3">
                  <c:v>Laplace</c:v>
                </c:pt>
              </c:strCache>
            </c:strRef>
          </c:cat>
          <c:val>
            <c:numRef>
              <c:f>'1 OUTLIER COMPARISION'!$I$4:$I$7</c:f>
              <c:numCache>
                <c:formatCode>General</c:formatCode>
                <c:ptCount val="4"/>
                <c:pt idx="0">
                  <c:v>0.08</c:v>
                </c:pt>
                <c:pt idx="1">
                  <c:v>2.508</c:v>
                </c:pt>
                <c:pt idx="2">
                  <c:v>0.02</c:v>
                </c:pt>
                <c:pt idx="3">
                  <c:v>0.02</c:v>
                </c:pt>
              </c:numCache>
            </c:numRef>
          </c:val>
        </c:ser>
        <c:dLbls>
          <c:showLegendKey val="0"/>
          <c:showVal val="0"/>
          <c:showCatName val="0"/>
          <c:showSerName val="0"/>
          <c:showPercent val="0"/>
          <c:showBubbleSize val="0"/>
        </c:dLbls>
        <c:gapWidth val="219"/>
        <c:overlap val="-27"/>
        <c:axId val="459016360"/>
        <c:axId val="459013736"/>
      </c:barChart>
      <c:catAx>
        <c:axId val="459016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00" b="0" i="0" u="none" strike="noStrike" kern="1200" baseline="0">
                <a:solidFill>
                  <a:schemeClr val="tx1">
                    <a:lumMod val="65000"/>
                    <a:lumOff val="35000"/>
                  </a:schemeClr>
                </a:solidFill>
                <a:latin typeface="+mn-lt"/>
                <a:ea typeface="+mn-ea"/>
                <a:cs typeface="+mn-cs"/>
              </a:defRPr>
            </a:pPr>
          </a:p>
        </c:txPr>
        <c:crossAx val="459013736"/>
        <c:crosses val="autoZero"/>
        <c:auto val="1"/>
        <c:lblAlgn val="ctr"/>
        <c:lblOffset val="100"/>
        <c:noMultiLvlLbl val="0"/>
      </c:catAx>
      <c:valAx>
        <c:axId val="4590137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59016360"/>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en-US" sz="11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7554a0d8-c36c-47fc-bf12-1fb16ceb5762}"/>
      </c:ext>
    </c:extLst>
  </c:chart>
  <c:spPr>
    <a:noFill/>
    <a:ln>
      <a:noFill/>
    </a:ln>
    <a:effectLst/>
  </c:spPr>
  <c:txPr>
    <a:bodyPr/>
    <a:lstStyle/>
    <a:p>
      <a:pPr>
        <a:defRPr lang="en-US"/>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dirty="0"/>
              <a:t>RMSE Position Vector</a:t>
            </a:r>
            <a:endParaRPr lang="en-US" dirty="0"/>
          </a:p>
        </c:rich>
      </c:tx>
      <c:layout>
        <c:manualLayout>
          <c:xMode val="edge"/>
          <c:yMode val="edge"/>
          <c:x val="0.254916263082177"/>
          <c:y val="0.0739273888969939"/>
        </c:manualLayout>
      </c:layout>
      <c:overlay val="0"/>
      <c:spPr>
        <a:noFill/>
        <a:ln>
          <a:noFill/>
        </a:ln>
        <a:effectLst/>
      </c:spPr>
    </c:title>
    <c:autoTitleDeleted val="0"/>
    <c:plotArea>
      <c:layout/>
      <c:barChart>
        <c:barDir val="col"/>
        <c:grouping val="clustered"/>
        <c:varyColors val="0"/>
        <c:ser>
          <c:idx val="0"/>
          <c:order val="0"/>
          <c:tx>
            <c:strRef>
              <c:f>'1 OUTLIER COMPARISION'!$L$3</c:f>
              <c:strCache>
                <c:ptCount val="1"/>
                <c:pt idx="0">
                  <c:v>r_x   (km)</c:v>
                </c:pt>
              </c:strCache>
            </c:strRef>
          </c:tx>
          <c:spPr>
            <a:solidFill>
              <a:schemeClr val="accent1"/>
            </a:solidFill>
            <a:ln>
              <a:noFill/>
            </a:ln>
            <a:effectLst/>
          </c:spPr>
          <c:invertIfNegative val="0"/>
          <c:dLbls>
            <c:delete val="1"/>
          </c:dLbls>
          <c:cat>
            <c:strRef>
              <c:f>'1 OUTLIER COMPARISION'!$K$4:$K$7</c:f>
              <c:strCache>
                <c:ptCount val="4"/>
                <c:pt idx="0">
                  <c:v>MLP</c:v>
                </c:pt>
                <c:pt idx="1">
                  <c:v>LSTM </c:v>
                </c:pt>
                <c:pt idx="2">
                  <c:v>Gauss </c:v>
                </c:pt>
                <c:pt idx="3">
                  <c:v>Laplace</c:v>
                </c:pt>
              </c:strCache>
            </c:strRef>
          </c:cat>
          <c:val>
            <c:numRef>
              <c:f>'1 OUTLIER COMPARISION'!$L$4:$L$7</c:f>
              <c:numCache>
                <c:formatCode>General</c:formatCode>
                <c:ptCount val="4"/>
                <c:pt idx="0">
                  <c:v>622.63</c:v>
                </c:pt>
                <c:pt idx="1">
                  <c:v>2869.66</c:v>
                </c:pt>
                <c:pt idx="2">
                  <c:v>673.66</c:v>
                </c:pt>
                <c:pt idx="3">
                  <c:v>673.68</c:v>
                </c:pt>
              </c:numCache>
            </c:numRef>
          </c:val>
        </c:ser>
        <c:ser>
          <c:idx val="1"/>
          <c:order val="1"/>
          <c:tx>
            <c:strRef>
              <c:f>'1 OUTLIER COMPARISION'!$M$3</c:f>
              <c:strCache>
                <c:ptCount val="1"/>
                <c:pt idx="0">
                  <c:v>r_y   (km)</c:v>
                </c:pt>
              </c:strCache>
            </c:strRef>
          </c:tx>
          <c:spPr>
            <a:solidFill>
              <a:schemeClr val="accent2"/>
            </a:solidFill>
            <a:ln>
              <a:noFill/>
            </a:ln>
            <a:effectLst/>
          </c:spPr>
          <c:invertIfNegative val="0"/>
          <c:dLbls>
            <c:delete val="1"/>
          </c:dLbls>
          <c:cat>
            <c:strRef>
              <c:f>'1 OUTLIER COMPARISION'!$K$4:$K$7</c:f>
              <c:strCache>
                <c:ptCount val="4"/>
                <c:pt idx="0">
                  <c:v>MLP</c:v>
                </c:pt>
                <c:pt idx="1">
                  <c:v>LSTM </c:v>
                </c:pt>
                <c:pt idx="2">
                  <c:v>Gauss </c:v>
                </c:pt>
                <c:pt idx="3">
                  <c:v>Laplace</c:v>
                </c:pt>
              </c:strCache>
            </c:strRef>
          </c:cat>
          <c:val>
            <c:numRef>
              <c:f>'1 OUTLIER COMPARISION'!$M$4:$M$7</c:f>
              <c:numCache>
                <c:formatCode>General</c:formatCode>
                <c:ptCount val="4"/>
                <c:pt idx="0">
                  <c:v>398.88</c:v>
                </c:pt>
                <c:pt idx="1">
                  <c:v>3373.769</c:v>
                </c:pt>
                <c:pt idx="2">
                  <c:v>300.12</c:v>
                </c:pt>
                <c:pt idx="3">
                  <c:v>300.12</c:v>
                </c:pt>
              </c:numCache>
            </c:numRef>
          </c:val>
        </c:ser>
        <c:ser>
          <c:idx val="2"/>
          <c:order val="2"/>
          <c:tx>
            <c:strRef>
              <c:f>'1 OUTLIER COMPARISION'!$N$3</c:f>
              <c:strCache>
                <c:ptCount val="1"/>
                <c:pt idx="0">
                  <c:v>r_z   (km)</c:v>
                </c:pt>
              </c:strCache>
            </c:strRef>
          </c:tx>
          <c:spPr>
            <a:solidFill>
              <a:schemeClr val="accent3"/>
            </a:solidFill>
            <a:ln>
              <a:noFill/>
            </a:ln>
            <a:effectLst/>
          </c:spPr>
          <c:invertIfNegative val="0"/>
          <c:dLbls>
            <c:delete val="1"/>
          </c:dLbls>
          <c:cat>
            <c:strRef>
              <c:f>'1 OUTLIER COMPARISION'!$K$4:$K$7</c:f>
              <c:strCache>
                <c:ptCount val="4"/>
                <c:pt idx="0">
                  <c:v>MLP</c:v>
                </c:pt>
                <c:pt idx="1">
                  <c:v>LSTM </c:v>
                </c:pt>
                <c:pt idx="2">
                  <c:v>Gauss </c:v>
                </c:pt>
                <c:pt idx="3">
                  <c:v>Laplace</c:v>
                </c:pt>
              </c:strCache>
            </c:strRef>
          </c:cat>
          <c:val>
            <c:numRef>
              <c:f>'1 OUTLIER COMPARISION'!$N$4:$N$7</c:f>
              <c:numCache>
                <c:formatCode>General</c:formatCode>
                <c:ptCount val="4"/>
                <c:pt idx="0">
                  <c:v>85.26</c:v>
                </c:pt>
                <c:pt idx="1">
                  <c:v>210.684</c:v>
                </c:pt>
                <c:pt idx="2">
                  <c:v>57.54</c:v>
                </c:pt>
                <c:pt idx="3">
                  <c:v>57.54</c:v>
                </c:pt>
              </c:numCache>
            </c:numRef>
          </c:val>
        </c:ser>
        <c:dLbls>
          <c:showLegendKey val="0"/>
          <c:showVal val="0"/>
          <c:showCatName val="0"/>
          <c:showSerName val="0"/>
          <c:showPercent val="0"/>
          <c:showBubbleSize val="0"/>
        </c:dLbls>
        <c:gapWidth val="219"/>
        <c:overlap val="-27"/>
        <c:axId val="384131392"/>
        <c:axId val="384126144"/>
      </c:barChart>
      <c:catAx>
        <c:axId val="3841313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00" b="0" i="0" u="none" strike="noStrike" kern="1200" baseline="0">
                <a:solidFill>
                  <a:schemeClr val="tx1">
                    <a:lumMod val="65000"/>
                    <a:lumOff val="35000"/>
                  </a:schemeClr>
                </a:solidFill>
                <a:latin typeface="+mn-lt"/>
                <a:ea typeface="+mn-ea"/>
                <a:cs typeface="+mn-cs"/>
              </a:defRPr>
            </a:pPr>
          </a:p>
        </c:txPr>
        <c:crossAx val="384126144"/>
        <c:crosses val="autoZero"/>
        <c:auto val="1"/>
        <c:lblAlgn val="ctr"/>
        <c:lblOffset val="100"/>
        <c:noMultiLvlLbl val="0"/>
      </c:catAx>
      <c:valAx>
        <c:axId val="3841261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38413139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en-US" sz="11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2a92063-307e-45f8-a345-60fbd46b1248}"/>
      </c:ext>
    </c:extLst>
  </c:chart>
  <c:spPr>
    <a:noFill/>
    <a:ln>
      <a:noFill/>
    </a:ln>
    <a:effectLst/>
  </c:spPr>
  <c:txPr>
    <a:bodyPr/>
    <a:lstStyle/>
    <a:p>
      <a:pPr>
        <a:defRPr lang="en-US"/>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US" sz="1400" b="0" i="0" baseline="0" dirty="0">
                <a:effectLst/>
              </a:rPr>
              <a:t>RMSE Velocity Vector</a:t>
            </a:r>
            <a:endParaRPr lang="en-US" sz="1100" dirty="0">
              <a:effectLst/>
            </a:endParaRPr>
          </a:p>
        </c:rich>
      </c:tx>
      <c:layout>
        <c:manualLayout>
          <c:xMode val="edge"/>
          <c:yMode val="edge"/>
          <c:x val="0.273821368563239"/>
          <c:y val="0.0509259259259259"/>
        </c:manualLayout>
      </c:layout>
      <c:overlay val="0"/>
      <c:spPr>
        <a:noFill/>
        <a:ln>
          <a:noFill/>
        </a:ln>
        <a:effectLst/>
      </c:spPr>
    </c:title>
    <c:autoTitleDeleted val="0"/>
    <c:plotArea>
      <c:layout/>
      <c:barChart>
        <c:barDir val="col"/>
        <c:grouping val="clustered"/>
        <c:varyColors val="0"/>
        <c:ser>
          <c:idx val="0"/>
          <c:order val="0"/>
          <c:tx>
            <c:strRef>
              <c:f>'1 OUTLIER COMPARISION'!$O$3</c:f>
              <c:strCache>
                <c:ptCount val="1"/>
                <c:pt idx="0">
                  <c:v>v_x (km/s)</c:v>
                </c:pt>
              </c:strCache>
            </c:strRef>
          </c:tx>
          <c:spPr>
            <a:solidFill>
              <a:schemeClr val="accent1"/>
            </a:solidFill>
            <a:ln>
              <a:noFill/>
            </a:ln>
            <a:effectLst/>
          </c:spPr>
          <c:invertIfNegative val="0"/>
          <c:dLbls>
            <c:delete val="1"/>
          </c:dLbls>
          <c:cat>
            <c:strRef>
              <c:f>'1 OUTLIER COMPARISION'!$K$4:$K$7</c:f>
              <c:strCache>
                <c:ptCount val="4"/>
                <c:pt idx="0">
                  <c:v>MLP</c:v>
                </c:pt>
                <c:pt idx="1">
                  <c:v>LSTM </c:v>
                </c:pt>
                <c:pt idx="2">
                  <c:v>Gauss </c:v>
                </c:pt>
                <c:pt idx="3">
                  <c:v>Laplace</c:v>
                </c:pt>
              </c:strCache>
            </c:strRef>
          </c:cat>
          <c:val>
            <c:numRef>
              <c:f>'1 OUTLIER COMPARISION'!$O$4:$O$7</c:f>
              <c:numCache>
                <c:formatCode>General</c:formatCode>
                <c:ptCount val="4"/>
                <c:pt idx="0">
                  <c:v>0.06</c:v>
                </c:pt>
                <c:pt idx="1">
                  <c:v>0.378</c:v>
                </c:pt>
                <c:pt idx="2">
                  <c:v>0.06</c:v>
                </c:pt>
                <c:pt idx="3">
                  <c:v>0.06</c:v>
                </c:pt>
              </c:numCache>
            </c:numRef>
          </c:val>
        </c:ser>
        <c:ser>
          <c:idx val="1"/>
          <c:order val="1"/>
          <c:tx>
            <c:strRef>
              <c:f>'1 OUTLIER COMPARISION'!$P$3</c:f>
              <c:strCache>
                <c:ptCount val="1"/>
                <c:pt idx="0">
                  <c:v>v_y (km/s)</c:v>
                </c:pt>
              </c:strCache>
            </c:strRef>
          </c:tx>
          <c:spPr>
            <a:solidFill>
              <a:schemeClr val="accent2"/>
            </a:solidFill>
            <a:ln>
              <a:noFill/>
            </a:ln>
            <a:effectLst/>
          </c:spPr>
          <c:invertIfNegative val="0"/>
          <c:dLbls>
            <c:delete val="1"/>
          </c:dLbls>
          <c:cat>
            <c:strRef>
              <c:f>'1 OUTLIER COMPARISION'!$K$4:$K$7</c:f>
              <c:strCache>
                <c:ptCount val="4"/>
                <c:pt idx="0">
                  <c:v>MLP</c:v>
                </c:pt>
                <c:pt idx="1">
                  <c:v>LSTM </c:v>
                </c:pt>
                <c:pt idx="2">
                  <c:v>Gauss </c:v>
                </c:pt>
                <c:pt idx="3">
                  <c:v>Laplace</c:v>
                </c:pt>
              </c:strCache>
            </c:strRef>
          </c:cat>
          <c:val>
            <c:numRef>
              <c:f>'1 OUTLIER COMPARISION'!$P$4:$P$7</c:f>
              <c:numCache>
                <c:formatCode>General</c:formatCode>
                <c:ptCount val="4"/>
                <c:pt idx="0">
                  <c:v>0.06</c:v>
                </c:pt>
                <c:pt idx="1">
                  <c:v>0.894</c:v>
                </c:pt>
                <c:pt idx="2">
                  <c:v>0.12</c:v>
                </c:pt>
                <c:pt idx="3">
                  <c:v>0.12</c:v>
                </c:pt>
              </c:numCache>
            </c:numRef>
          </c:val>
        </c:ser>
        <c:ser>
          <c:idx val="2"/>
          <c:order val="2"/>
          <c:tx>
            <c:strRef>
              <c:f>'1 OUTLIER COMPARISION'!$Q$3</c:f>
              <c:strCache>
                <c:ptCount val="1"/>
                <c:pt idx="0">
                  <c:v>v_z (km/s)</c:v>
                </c:pt>
              </c:strCache>
            </c:strRef>
          </c:tx>
          <c:spPr>
            <a:solidFill>
              <a:schemeClr val="accent3"/>
            </a:solidFill>
            <a:ln>
              <a:noFill/>
            </a:ln>
            <a:effectLst/>
          </c:spPr>
          <c:invertIfNegative val="0"/>
          <c:dLbls>
            <c:delete val="1"/>
          </c:dLbls>
          <c:cat>
            <c:strRef>
              <c:f>'1 OUTLIER COMPARISION'!$K$4:$K$7</c:f>
              <c:strCache>
                <c:ptCount val="4"/>
                <c:pt idx="0">
                  <c:v>MLP</c:v>
                </c:pt>
                <c:pt idx="1">
                  <c:v>LSTM </c:v>
                </c:pt>
                <c:pt idx="2">
                  <c:v>Gauss </c:v>
                </c:pt>
                <c:pt idx="3">
                  <c:v>Laplace</c:v>
                </c:pt>
              </c:strCache>
            </c:strRef>
          </c:cat>
          <c:val>
            <c:numRef>
              <c:f>'1 OUTLIER COMPARISION'!$Q$4:$Q$7</c:f>
              <c:numCache>
                <c:formatCode>General</c:formatCode>
                <c:ptCount val="4"/>
                <c:pt idx="0">
                  <c:v>0.18</c:v>
                </c:pt>
                <c:pt idx="1">
                  <c:v>2.514</c:v>
                </c:pt>
                <c:pt idx="2">
                  <c:v>0.08</c:v>
                </c:pt>
                <c:pt idx="3">
                  <c:v>0.08</c:v>
                </c:pt>
              </c:numCache>
            </c:numRef>
          </c:val>
        </c:ser>
        <c:dLbls>
          <c:showLegendKey val="0"/>
          <c:showVal val="0"/>
          <c:showCatName val="0"/>
          <c:showSerName val="0"/>
          <c:showPercent val="0"/>
          <c:showBubbleSize val="0"/>
        </c:dLbls>
        <c:gapWidth val="219"/>
        <c:overlap val="-27"/>
        <c:axId val="459017016"/>
        <c:axId val="459017344"/>
      </c:barChart>
      <c:catAx>
        <c:axId val="459017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00" b="0" i="0" u="none" strike="noStrike" kern="1200" baseline="0">
                <a:solidFill>
                  <a:schemeClr val="tx1">
                    <a:lumMod val="65000"/>
                    <a:lumOff val="35000"/>
                  </a:schemeClr>
                </a:solidFill>
                <a:latin typeface="+mn-lt"/>
                <a:ea typeface="+mn-ea"/>
                <a:cs typeface="+mn-cs"/>
              </a:defRPr>
            </a:pPr>
          </a:p>
        </c:txPr>
        <c:crossAx val="459017344"/>
        <c:crosses val="autoZero"/>
        <c:auto val="1"/>
        <c:lblAlgn val="ctr"/>
        <c:lblOffset val="100"/>
        <c:noMultiLvlLbl val="0"/>
      </c:catAx>
      <c:valAx>
        <c:axId val="45901734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crossAx val="459017016"/>
        <c:crosses val="autoZero"/>
        <c:crossBetween val="between"/>
      </c:valAx>
      <c:spPr>
        <a:noFill/>
        <a:ln>
          <a:noFill/>
        </a:ln>
        <a:effectLst/>
      </c:spPr>
    </c:plotArea>
    <c:legend>
      <c:legendPos val="r"/>
      <c:layout>
        <c:manualLayout>
          <c:xMode val="edge"/>
          <c:yMode val="edge"/>
          <c:x val="0.818166711710951"/>
          <c:y val="0.428822543015456"/>
          <c:w val="0.181833288289049"/>
          <c:h val="0.246220585881223"/>
        </c:manualLayout>
      </c:layout>
      <c:overlay val="0"/>
      <c:spPr>
        <a:noFill/>
        <a:ln>
          <a:noFill/>
        </a:ln>
        <a:effectLst/>
      </c:spPr>
      <c:txPr>
        <a:bodyPr rot="0" spcFirstLastPara="1" vertOverflow="ellipsis" vert="horz" wrap="square" anchor="ctr" anchorCtr="1"/>
        <a:lstStyle/>
        <a:p>
          <a:pPr>
            <a:defRPr lang="en-US" sz="11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bd58ebb0-641a-4e2e-a438-5af81af4adbd}"/>
      </c:ext>
    </c:extLst>
  </c:chart>
  <c:spPr>
    <a:noFill/>
    <a:ln>
      <a:noFill/>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3346" name="Rectangle 2"/>
          <p:cNvSpPr>
            <a:spLocks noGrp="1" noChangeArrowheads="1"/>
          </p:cNvSpPr>
          <p:nvPr>
            <p:ph type="hdr" sz="quarter"/>
          </p:nvPr>
        </p:nvSpPr>
        <p:spPr bwMode="auto">
          <a:xfrm>
            <a:off x="0" y="0"/>
            <a:ext cx="2946400" cy="494187"/>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Times New Roman" panose="02020603050405020304" pitchFamily="18" charset="0"/>
              </a:defRPr>
            </a:lvl1pPr>
          </a:lstStyle>
          <a:p>
            <a:endParaRPr lang="en-US"/>
          </a:p>
        </p:txBody>
      </p:sp>
      <p:sp>
        <p:nvSpPr>
          <p:cNvPr id="313347" name="Rectangle 3"/>
          <p:cNvSpPr>
            <a:spLocks noGrp="1" noChangeArrowheads="1"/>
          </p:cNvSpPr>
          <p:nvPr>
            <p:ph type="dt" sz="quarter" idx="1"/>
          </p:nvPr>
        </p:nvSpPr>
        <p:spPr bwMode="auto">
          <a:xfrm>
            <a:off x="3849688" y="0"/>
            <a:ext cx="2946400" cy="494187"/>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Times New Roman" panose="02020603050405020304" pitchFamily="18" charset="0"/>
              </a:defRPr>
            </a:lvl1pPr>
          </a:lstStyle>
          <a:p>
            <a:endParaRPr lang="en-US"/>
          </a:p>
        </p:txBody>
      </p:sp>
      <p:sp>
        <p:nvSpPr>
          <p:cNvPr id="313348" name="Rectangle 4"/>
          <p:cNvSpPr>
            <a:spLocks noGrp="1" noChangeArrowheads="1"/>
          </p:cNvSpPr>
          <p:nvPr>
            <p:ph type="ftr" sz="quarter" idx="2"/>
          </p:nvPr>
        </p:nvSpPr>
        <p:spPr bwMode="auto">
          <a:xfrm>
            <a:off x="0" y="9378485"/>
            <a:ext cx="2946400" cy="494187"/>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Times New Roman" panose="02020603050405020304" pitchFamily="18" charset="0"/>
              </a:defRPr>
            </a:lvl1pPr>
          </a:lstStyle>
          <a:p>
            <a:endParaRPr lang="en-US"/>
          </a:p>
        </p:txBody>
      </p:sp>
      <p:sp>
        <p:nvSpPr>
          <p:cNvPr id="313349" name="Rectangle 5"/>
          <p:cNvSpPr>
            <a:spLocks noGrp="1" noChangeArrowheads="1"/>
          </p:cNvSpPr>
          <p:nvPr>
            <p:ph type="sldNum" sz="quarter" idx="3"/>
          </p:nvPr>
        </p:nvSpPr>
        <p:spPr bwMode="auto">
          <a:xfrm>
            <a:off x="3849688" y="9378485"/>
            <a:ext cx="2946400" cy="494187"/>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atin typeface="Times New Roman" panose="02020603050405020304" pitchFamily="18" charset="0"/>
              </a:defRPr>
            </a:lvl1pPr>
          </a:lstStyle>
          <a:p>
            <a:fld id="{66D17C0D-3159-464E-A332-7C83698A29E4}"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6400" cy="492607"/>
          </a:xfrm>
          <a:prstGeom prst="rect">
            <a:avLst/>
          </a:prstGeom>
          <a:noFill/>
          <a:ln w="9525">
            <a:noFill/>
            <a:miter lim="800000"/>
          </a:ln>
          <a:effectLst/>
        </p:spPr>
        <p:txBody>
          <a:bodyPr vert="horz" wrap="square" lIns="95571" tIns="47786" rIns="95571" bIns="47786" numCol="1" anchor="t" anchorCtr="0" compatLnSpc="1"/>
          <a:lstStyle>
            <a:lvl1pPr defTabSz="955675" eaLnBrk="1" hangingPunct="1">
              <a:defRPr sz="1300" b="0">
                <a:latin typeface="Times New Roman" panose="02020603050405020304" pitchFamily="18" charset="0"/>
              </a:defRPr>
            </a:lvl1pPr>
          </a:lstStyle>
          <a:p>
            <a:endParaRPr lang="en-US"/>
          </a:p>
        </p:txBody>
      </p:sp>
      <p:sp>
        <p:nvSpPr>
          <p:cNvPr id="4099" name="Rectangle 3"/>
          <p:cNvSpPr>
            <a:spLocks noGrp="1" noChangeArrowheads="1"/>
          </p:cNvSpPr>
          <p:nvPr>
            <p:ph type="dt" idx="1"/>
          </p:nvPr>
        </p:nvSpPr>
        <p:spPr bwMode="auto">
          <a:xfrm>
            <a:off x="3851275" y="0"/>
            <a:ext cx="2946400" cy="492607"/>
          </a:xfrm>
          <a:prstGeom prst="rect">
            <a:avLst/>
          </a:prstGeom>
          <a:noFill/>
          <a:ln w="9525">
            <a:noFill/>
            <a:miter lim="800000"/>
          </a:ln>
          <a:effectLst/>
        </p:spPr>
        <p:txBody>
          <a:bodyPr vert="horz" wrap="square" lIns="95571" tIns="47786" rIns="95571" bIns="47786" numCol="1" anchor="t" anchorCtr="0" compatLnSpc="1"/>
          <a:lstStyle>
            <a:lvl1pPr algn="r" defTabSz="955675" eaLnBrk="1" hangingPunct="1">
              <a:defRPr sz="1300" b="0">
                <a:latin typeface="Times New Roman" panose="02020603050405020304" pitchFamily="18" charset="0"/>
              </a:defRPr>
            </a:lvl1pPr>
          </a:lstStyle>
          <a:p>
            <a:endParaRPr lang="en-US"/>
          </a:p>
        </p:txBody>
      </p:sp>
      <p:sp>
        <p:nvSpPr>
          <p:cNvPr id="4100" name="Rectangle 4"/>
          <p:cNvSpPr>
            <a:spLocks noGrp="1" noRot="1" noChangeAspect="1" noChangeArrowheads="1" noTextEdit="1"/>
          </p:cNvSpPr>
          <p:nvPr>
            <p:ph type="sldImg" idx="2"/>
          </p:nvPr>
        </p:nvSpPr>
        <p:spPr bwMode="auto">
          <a:xfrm>
            <a:off x="109538" y="741363"/>
            <a:ext cx="6580187" cy="3702050"/>
          </a:xfrm>
          <a:prstGeom prst="rect">
            <a:avLst/>
          </a:prstGeom>
          <a:noFill/>
          <a:ln w="9525">
            <a:solidFill>
              <a:srgbClr val="000000"/>
            </a:solidFill>
            <a:miter lim="800000"/>
          </a:ln>
          <a:effectLst/>
        </p:spPr>
      </p:sp>
      <p:sp>
        <p:nvSpPr>
          <p:cNvPr id="4101" name="Rectangle 5"/>
          <p:cNvSpPr>
            <a:spLocks noGrp="1" noChangeArrowheads="1"/>
          </p:cNvSpPr>
          <p:nvPr>
            <p:ph type="body" sz="quarter" idx="3"/>
          </p:nvPr>
        </p:nvSpPr>
        <p:spPr bwMode="auto">
          <a:xfrm>
            <a:off x="906463" y="4689243"/>
            <a:ext cx="4984750" cy="4442939"/>
          </a:xfrm>
          <a:prstGeom prst="rect">
            <a:avLst/>
          </a:prstGeom>
          <a:noFill/>
          <a:ln w="9525">
            <a:noFill/>
            <a:miter lim="800000"/>
          </a:ln>
          <a:effectLst/>
        </p:spPr>
        <p:txBody>
          <a:bodyPr vert="horz" wrap="square" lIns="95571" tIns="47786" rIns="95571" bIns="47786" numCol="1" anchor="t" anchorCtr="0" compatLnSpc="1"/>
          <a:lstStyle/>
          <a:p>
            <a:pPr lvl="0"/>
            <a:r>
              <a:rPr lang="en-US"/>
              <a:t>Klicken Sie, um die Formate des Vorlagentextes zu bearbeiten</a:t>
            </a:r>
            <a:endParaRPr lang="en-US"/>
          </a:p>
          <a:p>
            <a:pPr lvl="1"/>
            <a:r>
              <a:rPr lang="en-US"/>
              <a:t>Zweite Ebene</a:t>
            </a:r>
            <a:endParaRPr lang="en-US"/>
          </a:p>
          <a:p>
            <a:pPr lvl="2"/>
            <a:r>
              <a:rPr lang="en-US"/>
              <a:t>Dritte Ebene</a:t>
            </a:r>
            <a:endParaRPr lang="en-US"/>
          </a:p>
          <a:p>
            <a:pPr lvl="3"/>
            <a:r>
              <a:rPr lang="en-US"/>
              <a:t>Vierte Ebene</a:t>
            </a:r>
            <a:endParaRPr lang="en-US"/>
          </a:p>
          <a:p>
            <a:pPr lvl="4"/>
            <a:r>
              <a:rPr lang="en-US"/>
              <a:t>Fünfte Ebene</a:t>
            </a:r>
            <a:endParaRPr lang="en-US"/>
          </a:p>
        </p:txBody>
      </p:sp>
      <p:sp>
        <p:nvSpPr>
          <p:cNvPr id="4102" name="Rectangle 6"/>
          <p:cNvSpPr>
            <a:spLocks noGrp="1" noChangeArrowheads="1"/>
          </p:cNvSpPr>
          <p:nvPr>
            <p:ph type="ftr" sz="quarter" idx="4"/>
          </p:nvPr>
        </p:nvSpPr>
        <p:spPr bwMode="auto">
          <a:xfrm>
            <a:off x="0" y="9381643"/>
            <a:ext cx="2946400" cy="492607"/>
          </a:xfrm>
          <a:prstGeom prst="rect">
            <a:avLst/>
          </a:prstGeom>
          <a:noFill/>
          <a:ln w="9525">
            <a:noFill/>
            <a:miter lim="800000"/>
          </a:ln>
          <a:effectLst/>
        </p:spPr>
        <p:txBody>
          <a:bodyPr vert="horz" wrap="square" lIns="95571" tIns="47786" rIns="95571" bIns="47786" numCol="1" anchor="b" anchorCtr="0" compatLnSpc="1"/>
          <a:lstStyle>
            <a:lvl1pPr defTabSz="955675" eaLnBrk="1" hangingPunct="1">
              <a:defRPr sz="1300" b="0">
                <a:latin typeface="Times New Roman" panose="02020603050405020304" pitchFamily="18" charset="0"/>
              </a:defRPr>
            </a:lvl1pPr>
          </a:lstStyle>
          <a:p>
            <a:endParaRPr lang="en-US"/>
          </a:p>
        </p:txBody>
      </p:sp>
      <p:sp>
        <p:nvSpPr>
          <p:cNvPr id="4103" name="Rectangle 7"/>
          <p:cNvSpPr>
            <a:spLocks noGrp="1" noChangeArrowheads="1"/>
          </p:cNvSpPr>
          <p:nvPr>
            <p:ph type="sldNum" sz="quarter" idx="5"/>
          </p:nvPr>
        </p:nvSpPr>
        <p:spPr bwMode="auto">
          <a:xfrm>
            <a:off x="3851275" y="9381643"/>
            <a:ext cx="2946400" cy="492607"/>
          </a:xfrm>
          <a:prstGeom prst="rect">
            <a:avLst/>
          </a:prstGeom>
          <a:noFill/>
          <a:ln w="9525">
            <a:noFill/>
            <a:miter lim="800000"/>
          </a:ln>
          <a:effectLst/>
        </p:spPr>
        <p:txBody>
          <a:bodyPr vert="horz" wrap="square" lIns="95571" tIns="47786" rIns="95571" bIns="47786" numCol="1" anchor="b" anchorCtr="0" compatLnSpc="1"/>
          <a:lstStyle>
            <a:lvl1pPr algn="r" defTabSz="955675" eaLnBrk="1" hangingPunct="1">
              <a:defRPr sz="1300" b="0">
                <a:latin typeface="Times New Roman" panose="02020603050405020304" pitchFamily="18" charset="0"/>
              </a:defRPr>
            </a:lvl1pPr>
          </a:lstStyle>
          <a:p>
            <a:fld id="{412C2970-D838-4E16-9F7E-5362C8D6E639}"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2C2970-D838-4E16-9F7E-5362C8D6E63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1_Titelfolie">
    <p:spTree>
      <p:nvGrpSpPr>
        <p:cNvPr id="1" name=""/>
        <p:cNvGrpSpPr/>
        <p:nvPr/>
      </p:nvGrpSpPr>
      <p:grpSpPr>
        <a:xfrm>
          <a:off x="0" y="0"/>
          <a:ext cx="0" cy="0"/>
          <a:chOff x="0" y="0"/>
          <a:chExt cx="0" cy="0"/>
        </a:xfrm>
      </p:grpSpPr>
      <p:pic>
        <p:nvPicPr>
          <p:cNvPr id="181257" name="Picture 9" descr="unilogo4c"/>
          <p:cNvPicPr>
            <a:picLocks noChangeAspect="1" noChangeArrowheads="1"/>
          </p:cNvPicPr>
          <p:nvPr/>
        </p:nvPicPr>
        <p:blipFill>
          <a:blip r:embed="rId2" cstate="print"/>
          <a:stretch>
            <a:fillRect/>
          </a:stretch>
        </p:blipFill>
        <p:spPr bwMode="auto">
          <a:xfrm>
            <a:off x="0" y="279075"/>
            <a:ext cx="12192000" cy="951399"/>
          </a:xfrm>
          <a:prstGeom prst="rect">
            <a:avLst/>
          </a:prstGeom>
          <a:noFill/>
        </p:spPr>
      </p:pic>
      <p:sp>
        <p:nvSpPr>
          <p:cNvPr id="181253" name="Rectangle 5"/>
          <p:cNvSpPr>
            <a:spLocks noGrp="1" noChangeArrowheads="1"/>
          </p:cNvSpPr>
          <p:nvPr>
            <p:ph type="subTitle" sz="quarter" idx="1" hasCustomPrompt="1"/>
          </p:nvPr>
        </p:nvSpPr>
        <p:spPr>
          <a:xfrm>
            <a:off x="1805232" y="4693478"/>
            <a:ext cx="8534400" cy="1471826"/>
          </a:xfrm>
        </p:spPr>
        <p:txBody>
          <a:bodyPr lIns="91440" tIns="45720" rIns="91440" bIns="45720"/>
          <a:lstStyle>
            <a:lvl1pPr marL="0" indent="0" algn="ctr">
              <a:buFont typeface="Wingdings 3" pitchFamily="18" charset="2"/>
              <a:buNone/>
              <a:defRPr b="0" baseline="0">
                <a:solidFill>
                  <a:schemeClr val="tx1"/>
                </a:solidFill>
              </a:defRPr>
            </a:lvl1pPr>
          </a:lstStyle>
          <a:p>
            <a:r>
              <a:rPr lang="en-US" kern="0" dirty="0"/>
              <a:t>Author</a:t>
            </a:r>
            <a:endParaRPr lang="en-US" kern="0" dirty="0"/>
          </a:p>
          <a:p>
            <a:r>
              <a:rPr lang="de-DE" kern="0" dirty="0" err="1"/>
              <a:t>Advisor</a:t>
            </a:r>
            <a:r>
              <a:rPr lang="de-DE" kern="0" dirty="0"/>
              <a:t>:</a:t>
            </a:r>
            <a:r>
              <a:rPr lang="de-DE" kern="0" baseline="0" dirty="0"/>
              <a:t> Betreuer</a:t>
            </a:r>
            <a:endParaRPr lang="de-DE" kern="0" baseline="0" dirty="0"/>
          </a:p>
          <a:p>
            <a:r>
              <a:rPr lang="de-DE" kern="0" dirty="0"/>
              <a:t>01.01.2019</a:t>
            </a:r>
            <a:endParaRPr lang="de-DE" kern="0" dirty="0"/>
          </a:p>
        </p:txBody>
      </p:sp>
      <p:sp>
        <p:nvSpPr>
          <p:cNvPr id="2" name="Titel 1"/>
          <p:cNvSpPr>
            <a:spLocks noGrp="1"/>
          </p:cNvSpPr>
          <p:nvPr>
            <p:ph type="title" hasCustomPrompt="1"/>
          </p:nvPr>
        </p:nvSpPr>
        <p:spPr>
          <a:xfrm>
            <a:off x="767291" y="3105944"/>
            <a:ext cx="10657417" cy="646112"/>
          </a:xfrm>
        </p:spPr>
        <p:txBody>
          <a:bodyPr/>
          <a:lstStyle/>
          <a:p>
            <a:r>
              <a:rPr lang="de-DE" dirty="0"/>
              <a:t>Mastertitelformat bearbeiten</a:t>
            </a:r>
            <a:endParaRPr lang="en-US" dirty="0"/>
          </a:p>
        </p:txBody>
      </p:sp>
      <p:sp>
        <p:nvSpPr>
          <p:cNvPr id="3" name="TextBox 2"/>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5"/>
            <a:ext cx="10363200" cy="1362075"/>
          </a:xfrm>
        </p:spPr>
        <p:txBody>
          <a:bodyPr anchor="t"/>
          <a:lstStyle>
            <a:lvl1pPr algn="l">
              <a:defRPr sz="4000" b="1" cap="all"/>
            </a:lvl1pPr>
          </a:lstStyle>
          <a:p>
            <a:r>
              <a:rPr lang="de-DE"/>
              <a:t>Titelmasterformat durch Klicken bearbeiten</a:t>
            </a:r>
            <a:endParaRPr lang="de-DE" dirty="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4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 bearbeiten</a:t>
            </a: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_No Breadcrumbs">
    <p:spTree>
      <p:nvGrpSpPr>
        <p:cNvPr id="1" name=""/>
        <p:cNvGrpSpPr/>
        <p:nvPr/>
      </p:nvGrpSpPr>
      <p:grpSpPr>
        <a:xfrm>
          <a:off x="0" y="0"/>
          <a:ext cx="0" cy="0"/>
          <a:chOff x="0" y="0"/>
          <a:chExt cx="0" cy="0"/>
        </a:xfrm>
      </p:grpSpPr>
      <p:sp>
        <p:nvSpPr>
          <p:cNvPr id="2" name="Title 1"/>
          <p:cNvSpPr>
            <a:spLocks noGrp="1"/>
          </p:cNvSpPr>
          <p:nvPr>
            <p:ph type="title"/>
          </p:nvPr>
        </p:nvSpPr>
        <p:spPr>
          <a:xfrm>
            <a:off x="767291" y="0"/>
            <a:ext cx="10657417" cy="646112"/>
          </a:xfrm>
        </p:spPr>
        <p:txBody>
          <a:bodyPr/>
          <a:lstStyle/>
          <a:p>
            <a:r>
              <a:rPr lang="de-DE" dirty="0"/>
              <a:t>Titelmasterformat durch Klicken bearbeiten</a:t>
            </a:r>
            <a:endParaRPr lang="de-DE" dirty="0"/>
          </a:p>
        </p:txBody>
      </p:sp>
      <p:sp>
        <p:nvSpPr>
          <p:cNvPr id="7" name="Text Placeholder 6"/>
          <p:cNvSpPr>
            <a:spLocks noGrp="1"/>
          </p:cNvSpPr>
          <p:nvPr>
            <p:ph type="body" sz="quarter" idx="10" hasCustomPrompt="1"/>
          </p:nvPr>
        </p:nvSpPr>
        <p:spPr>
          <a:xfrm>
            <a:off x="767290" y="908720"/>
            <a:ext cx="10657417" cy="5184576"/>
          </a:xfrm>
        </p:spPr>
        <p:txBody>
          <a:bodyPr/>
          <a:lstStyle>
            <a:lvl1pPr marL="342900" indent="-342900">
              <a:buFont typeface="Wingdings" panose="05000000000000000000" pitchFamily="2" charset="2"/>
              <a:buChar char="Ø"/>
              <a:defRPr/>
            </a:lvl1pPr>
            <a:lvl2pPr marL="742950" indent="-285750">
              <a:buFont typeface="Arial" panose="020B0604020202020204" pitchFamily="34" charset="0"/>
              <a:buChar char="•"/>
              <a:defRPr/>
            </a:lvl2pPr>
            <a:lvl3pPr>
              <a:defRPr/>
            </a:lvl3pPr>
            <a:lvl4pPr>
              <a:defRPr/>
            </a:lvl4pPr>
            <a:lvl5pPr>
              <a:defRPr baseline="0"/>
            </a:lvl5pPr>
          </a:lstStyle>
          <a:p>
            <a:pPr lvl="0"/>
            <a:r>
              <a:rPr lang="de-DE" dirty="0"/>
              <a:t>Textmasterformat bearbeiten</a:t>
            </a:r>
            <a:endParaRPr lang="de-DE" dirty="0"/>
          </a:p>
          <a:p>
            <a:pPr lvl="1"/>
            <a:r>
              <a:rPr lang="en-GB" dirty="0"/>
              <a:t>Zweite </a:t>
            </a:r>
            <a:r>
              <a:rPr lang="en-GB" dirty="0" err="1"/>
              <a:t>Ebene</a:t>
            </a:r>
            <a:endParaRPr lang="en-GB" dirty="0"/>
          </a:p>
          <a:p>
            <a:pPr lvl="2"/>
            <a:r>
              <a:rPr lang="en-US" dirty="0" err="1"/>
              <a:t>Dritte</a:t>
            </a:r>
            <a:r>
              <a:rPr lang="en-US" dirty="0"/>
              <a:t> </a:t>
            </a:r>
            <a:r>
              <a:rPr lang="en-US" dirty="0" err="1"/>
              <a:t>Ebene</a:t>
            </a:r>
            <a:endParaRPr lang="en-US" dirty="0"/>
          </a:p>
          <a:p>
            <a:pPr lvl="3"/>
            <a:r>
              <a:rPr lang="en-US" dirty="0" err="1"/>
              <a:t>Vierte</a:t>
            </a:r>
            <a:r>
              <a:rPr lang="en-US" dirty="0"/>
              <a:t> </a:t>
            </a:r>
            <a:r>
              <a:rPr lang="en-US" dirty="0" err="1"/>
              <a:t>Ebene</a:t>
            </a:r>
            <a:endParaRPr lang="en-US" dirty="0"/>
          </a:p>
          <a:p>
            <a:pPr lvl="4"/>
            <a:r>
              <a:rPr lang="en-US" dirty="0" err="1"/>
              <a:t>Fünfte</a:t>
            </a:r>
            <a:r>
              <a:rPr lang="en-US" dirty="0"/>
              <a:t> </a:t>
            </a:r>
            <a:r>
              <a:rPr lang="en-US" dirty="0" err="1"/>
              <a:t>Ebene</a:t>
            </a:r>
            <a:endParaRPr lang="en-US" dirty="0"/>
          </a:p>
        </p:txBody>
      </p:sp>
      <p:sp>
        <p:nvSpPr>
          <p:cNvPr id="3" name="TextBox 2"/>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_Breadcrumb">
    <p:spTree>
      <p:nvGrpSpPr>
        <p:cNvPr id="1" name=""/>
        <p:cNvGrpSpPr/>
        <p:nvPr/>
      </p:nvGrpSpPr>
      <p:grpSpPr>
        <a:xfrm>
          <a:off x="0" y="0"/>
          <a:ext cx="0" cy="0"/>
          <a:chOff x="0" y="0"/>
          <a:chExt cx="0" cy="0"/>
        </a:xfrm>
      </p:grpSpPr>
      <p:sp>
        <p:nvSpPr>
          <p:cNvPr id="2" name="Title 1"/>
          <p:cNvSpPr>
            <a:spLocks noGrp="1"/>
          </p:cNvSpPr>
          <p:nvPr>
            <p:ph type="title"/>
          </p:nvPr>
        </p:nvSpPr>
        <p:spPr>
          <a:xfrm>
            <a:off x="767291" y="0"/>
            <a:ext cx="10657417" cy="646112"/>
          </a:xfrm>
        </p:spPr>
        <p:txBody>
          <a:bodyPr/>
          <a:lstStyle/>
          <a:p>
            <a:r>
              <a:rPr lang="de-DE" dirty="0"/>
              <a:t>Titelmasterformat durch Klicken bearbeiten</a:t>
            </a:r>
            <a:endParaRPr lang="de-DE" dirty="0"/>
          </a:p>
        </p:txBody>
      </p:sp>
      <p:sp>
        <p:nvSpPr>
          <p:cNvPr id="7" name="Text Placeholder 6"/>
          <p:cNvSpPr>
            <a:spLocks noGrp="1"/>
          </p:cNvSpPr>
          <p:nvPr>
            <p:ph type="body" sz="quarter" idx="10" hasCustomPrompt="1"/>
          </p:nvPr>
        </p:nvSpPr>
        <p:spPr>
          <a:xfrm>
            <a:off x="767290" y="980728"/>
            <a:ext cx="10657417" cy="5109244"/>
          </a:xfrm>
        </p:spPr>
        <p:txBody>
          <a:bodyPr/>
          <a:lstStyle>
            <a:lvl1pPr marL="342900" indent="-342900">
              <a:buFont typeface="Wingdings" panose="05000000000000000000" pitchFamily="2" charset="2"/>
              <a:buChar char="Ø"/>
              <a:defRPr/>
            </a:lvl1pPr>
            <a:lvl2pPr marL="742950" indent="-285750">
              <a:buFont typeface="Arial" panose="020B0604020202020204" pitchFamily="34" charset="0"/>
              <a:buChar char="•"/>
              <a:defRPr/>
            </a:lvl2pPr>
            <a:lvl3pPr>
              <a:defRPr/>
            </a:lvl3pPr>
            <a:lvl4pPr>
              <a:defRPr/>
            </a:lvl4pPr>
            <a:lvl5pPr>
              <a:defRPr baseline="0"/>
            </a:lvl5pPr>
          </a:lstStyle>
          <a:p>
            <a:pPr lvl="0"/>
            <a:r>
              <a:rPr lang="de-DE" dirty="0"/>
              <a:t>Textmasterformat bearbeiten</a:t>
            </a:r>
            <a:endParaRPr lang="de-DE" dirty="0"/>
          </a:p>
          <a:p>
            <a:pPr lvl="1"/>
            <a:r>
              <a:rPr lang="en-GB" dirty="0"/>
              <a:t>Zweite </a:t>
            </a:r>
            <a:r>
              <a:rPr lang="en-GB" dirty="0" err="1"/>
              <a:t>Ebene</a:t>
            </a:r>
            <a:endParaRPr lang="en-GB" dirty="0"/>
          </a:p>
          <a:p>
            <a:pPr lvl="2"/>
            <a:r>
              <a:rPr lang="en-US" dirty="0" err="1"/>
              <a:t>Dritte</a:t>
            </a:r>
            <a:r>
              <a:rPr lang="en-US" dirty="0"/>
              <a:t> </a:t>
            </a:r>
            <a:r>
              <a:rPr lang="en-US" dirty="0" err="1"/>
              <a:t>Ebene</a:t>
            </a:r>
            <a:endParaRPr lang="en-US" dirty="0"/>
          </a:p>
          <a:p>
            <a:pPr lvl="3"/>
            <a:r>
              <a:rPr lang="en-US" dirty="0" err="1"/>
              <a:t>Vierte</a:t>
            </a:r>
            <a:r>
              <a:rPr lang="en-US" dirty="0"/>
              <a:t> </a:t>
            </a:r>
            <a:r>
              <a:rPr lang="en-US" dirty="0" err="1"/>
              <a:t>Ebene</a:t>
            </a:r>
            <a:endParaRPr lang="en-US" dirty="0"/>
          </a:p>
          <a:p>
            <a:pPr lvl="4"/>
            <a:r>
              <a:rPr lang="en-US" dirty="0" err="1"/>
              <a:t>Fünfte</a:t>
            </a:r>
            <a:r>
              <a:rPr lang="en-US" dirty="0"/>
              <a:t> </a:t>
            </a:r>
            <a:r>
              <a:rPr lang="en-US" dirty="0" err="1"/>
              <a:t>Ebene</a:t>
            </a:r>
            <a:endParaRPr lang="en-US" dirty="0"/>
          </a:p>
        </p:txBody>
      </p:sp>
      <p:sp>
        <p:nvSpPr>
          <p:cNvPr id="3" name="TextBox 2"/>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a:xfrm>
            <a:off x="767291" y="0"/>
            <a:ext cx="10657417" cy="646112"/>
          </a:xfrm>
        </p:spPr>
        <p:txBody>
          <a:bodyPr/>
          <a:lstStyle/>
          <a:p>
            <a:r>
              <a:rPr lang="de-DE"/>
              <a:t>Titelmasterformat durch Klicken bearbeiten</a:t>
            </a:r>
            <a:endParaRPr lang="de-DE"/>
          </a:p>
        </p:txBody>
      </p:sp>
      <p:sp>
        <p:nvSpPr>
          <p:cNvPr id="3" name="Content Placeholder 2"/>
          <p:cNvSpPr>
            <a:spLocks noGrp="1"/>
          </p:cNvSpPr>
          <p:nvPr>
            <p:ph sz="half" idx="1" hasCustomPrompt="1"/>
          </p:nvPr>
        </p:nvSpPr>
        <p:spPr>
          <a:xfrm>
            <a:off x="767408" y="924376"/>
            <a:ext cx="5232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4" name="Content Placeholder 3"/>
          <p:cNvSpPr>
            <a:spLocks noGrp="1"/>
          </p:cNvSpPr>
          <p:nvPr>
            <p:ph sz="half" idx="2" hasCustomPrompt="1"/>
          </p:nvPr>
        </p:nvSpPr>
        <p:spPr>
          <a:xfrm>
            <a:off x="6192192" y="924376"/>
            <a:ext cx="5232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5" name="TextBox 4"/>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09597" y="1268760"/>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endParaRPr lang="de-DE"/>
          </a:p>
        </p:txBody>
      </p:sp>
      <p:sp>
        <p:nvSpPr>
          <p:cNvPr id="4" name="Content Placeholder 3"/>
          <p:cNvSpPr>
            <a:spLocks noGrp="1"/>
          </p:cNvSpPr>
          <p:nvPr>
            <p:ph sz="half" idx="2" hasCustomPrompt="1"/>
          </p:nvPr>
        </p:nvSpPr>
        <p:spPr>
          <a:xfrm>
            <a:off x="609597" y="1908522"/>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dirty="0"/>
          </a:p>
        </p:txBody>
      </p:sp>
      <p:sp>
        <p:nvSpPr>
          <p:cNvPr id="5" name="Text Placeholder 4"/>
          <p:cNvSpPr>
            <a:spLocks noGrp="1"/>
          </p:cNvSpPr>
          <p:nvPr>
            <p:ph type="body" sz="quarter" idx="3" hasCustomPrompt="1"/>
          </p:nvPr>
        </p:nvSpPr>
        <p:spPr>
          <a:xfrm>
            <a:off x="6199449" y="1268760"/>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endParaRPr lang="de-DE"/>
          </a:p>
        </p:txBody>
      </p:sp>
      <p:sp>
        <p:nvSpPr>
          <p:cNvPr id="6" name="Content Placeholder 5"/>
          <p:cNvSpPr>
            <a:spLocks noGrp="1"/>
          </p:cNvSpPr>
          <p:nvPr>
            <p:ph sz="quarter" idx="4" hasCustomPrompt="1"/>
          </p:nvPr>
        </p:nvSpPr>
        <p:spPr>
          <a:xfrm>
            <a:off x="6199449" y="1908522"/>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dirty="0"/>
          </a:p>
        </p:txBody>
      </p:sp>
      <p:sp>
        <p:nvSpPr>
          <p:cNvPr id="9" name="Title 1"/>
          <p:cNvSpPr>
            <a:spLocks noGrp="1"/>
          </p:cNvSpPr>
          <p:nvPr>
            <p:ph type="title"/>
          </p:nvPr>
        </p:nvSpPr>
        <p:spPr>
          <a:xfrm>
            <a:off x="767291" y="0"/>
            <a:ext cx="10657417" cy="646112"/>
          </a:xfrm>
        </p:spPr>
        <p:txBody>
          <a:bodyPr/>
          <a:lstStyle/>
          <a:p>
            <a:r>
              <a:rPr lang="de-DE"/>
              <a:t>Titelmasterformat durch Klicken bearbeiten</a:t>
            </a:r>
            <a:endParaRPr lang="de-DE"/>
          </a:p>
        </p:txBody>
      </p:sp>
      <p:sp>
        <p:nvSpPr>
          <p:cNvPr id="2" name="TextBox 1"/>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767291" y="0"/>
            <a:ext cx="10657417" cy="646112"/>
          </a:xfrm>
        </p:spPr>
        <p:txBody>
          <a:bodyPr/>
          <a:lstStyle/>
          <a:p>
            <a:r>
              <a:rPr lang="de-DE"/>
              <a:t>Titelmasterformat durch Klicken bearbeiten</a:t>
            </a:r>
            <a:endParaRPr lang="de-DE"/>
          </a:p>
        </p:txBody>
      </p:sp>
      <p:sp>
        <p:nvSpPr>
          <p:cNvPr id="3" name="TextBox 2"/>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TextBox 1"/>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09600" y="836712"/>
            <a:ext cx="4011084" cy="1008112"/>
          </a:xfrm>
        </p:spPr>
        <p:txBody>
          <a:bodyPr anchor="b"/>
          <a:lstStyle>
            <a:lvl1pPr algn="l">
              <a:defRPr sz="2000" b="1"/>
            </a:lvl1pPr>
          </a:lstStyle>
          <a:p>
            <a:r>
              <a:rPr lang="de-DE"/>
              <a:t>Titelmasterformat durch Klicken bearbeiten</a:t>
            </a:r>
            <a:endParaRPr lang="de-DE"/>
          </a:p>
        </p:txBody>
      </p:sp>
      <p:sp>
        <p:nvSpPr>
          <p:cNvPr id="3" name="Content Placeholder 2"/>
          <p:cNvSpPr>
            <a:spLocks noGrp="1"/>
          </p:cNvSpPr>
          <p:nvPr>
            <p:ph idx="1" hasCustomPrompt="1"/>
          </p:nvPr>
        </p:nvSpPr>
        <p:spPr>
          <a:xfrm>
            <a:off x="4766733" y="836712"/>
            <a:ext cx="6815667" cy="52894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4" name="Text Placeholder 3"/>
          <p:cNvSpPr>
            <a:spLocks noGrp="1"/>
          </p:cNvSpPr>
          <p:nvPr>
            <p:ph type="body" sz="half" idx="2" hasCustomPrompt="1"/>
          </p:nvPr>
        </p:nvSpPr>
        <p:spPr>
          <a:xfrm>
            <a:off x="609603" y="1844824"/>
            <a:ext cx="4011084" cy="428134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endParaRPr lang="de-DE"/>
          </a:p>
        </p:txBody>
      </p:sp>
      <p:sp>
        <p:nvSpPr>
          <p:cNvPr id="5" name="TextBox 4"/>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2436036" y="4683967"/>
            <a:ext cx="7315200" cy="569877"/>
          </a:xfrm>
        </p:spPr>
        <p:txBody>
          <a:bodyPr anchor="b"/>
          <a:lstStyle>
            <a:lvl1pPr algn="l">
              <a:defRPr sz="2000" b="1"/>
            </a:lvl1pPr>
          </a:lstStyle>
          <a:p>
            <a:r>
              <a:rPr lang="de-DE" dirty="0"/>
              <a:t>Titelmasterformat durch Klicken bearbeiten</a:t>
            </a:r>
            <a:endParaRPr lang="de-DE" dirty="0"/>
          </a:p>
        </p:txBody>
      </p:sp>
      <p:sp>
        <p:nvSpPr>
          <p:cNvPr id="3" name="Picture Placeholder 2"/>
          <p:cNvSpPr>
            <a:spLocks noGrp="1"/>
          </p:cNvSpPr>
          <p:nvPr>
            <p:ph type="pic" idx="1"/>
          </p:nvPr>
        </p:nvSpPr>
        <p:spPr>
          <a:xfrm>
            <a:off x="2438400" y="692696"/>
            <a:ext cx="7315200" cy="388843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de-DE" dirty="0"/>
          </a:p>
        </p:txBody>
      </p:sp>
      <p:sp>
        <p:nvSpPr>
          <p:cNvPr id="4" name="Text Placeholder 3"/>
          <p:cNvSpPr>
            <a:spLocks noGrp="1"/>
          </p:cNvSpPr>
          <p:nvPr>
            <p:ph type="body" sz="half" idx="2" hasCustomPrompt="1"/>
          </p:nvPr>
        </p:nvSpPr>
        <p:spPr>
          <a:xfrm>
            <a:off x="2436036" y="5356684"/>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 bearbeiten</a:t>
            </a:r>
            <a:endParaRPr lang="de-DE"/>
          </a:p>
        </p:txBody>
      </p:sp>
      <p:sp>
        <p:nvSpPr>
          <p:cNvPr id="5" name="TextBox 4"/>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a:xfrm>
            <a:off x="767291" y="0"/>
            <a:ext cx="10657417" cy="646112"/>
          </a:xfrm>
        </p:spPr>
        <p:txBody>
          <a:bodyPr/>
          <a:lstStyle/>
          <a:p>
            <a:r>
              <a:rPr lang="de-DE"/>
              <a:t>Titelmasterformat durch Klicken bearbeiten</a:t>
            </a:r>
            <a:endParaRPr lang="de-DE"/>
          </a:p>
        </p:txBody>
      </p:sp>
      <p:sp>
        <p:nvSpPr>
          <p:cNvPr id="3" name="Vertical Text Placeholder 2"/>
          <p:cNvSpPr>
            <a:spLocks noGrp="1"/>
          </p:cNvSpPr>
          <p:nvPr>
            <p:ph type="body" orient="vert" idx="1" hasCustomPrompt="1"/>
          </p:nvPr>
        </p:nvSpPr>
        <p:spPr>
          <a:xfrm>
            <a:off x="767291" y="876300"/>
            <a:ext cx="10668000" cy="5105400"/>
          </a:xfrm>
        </p:spPr>
        <p:txBody>
          <a:bodyPr vert="eaVert"/>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4" name="TextBox 3"/>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01608" y="765445"/>
            <a:ext cx="2667000" cy="5327109"/>
          </a:xfrm>
        </p:spPr>
        <p:txBody>
          <a:bodyPr vert="eaVert"/>
          <a:lstStyle/>
          <a:p>
            <a:r>
              <a:rPr lang="de-DE"/>
              <a:t>Titelmasterformat durch Klicken bearbeiten</a:t>
            </a:r>
            <a:endParaRPr lang="de-DE"/>
          </a:p>
        </p:txBody>
      </p:sp>
      <p:sp>
        <p:nvSpPr>
          <p:cNvPr id="3" name="Vertical Text Placeholder 2"/>
          <p:cNvSpPr>
            <a:spLocks noGrp="1"/>
          </p:cNvSpPr>
          <p:nvPr>
            <p:ph type="body" orient="vert" idx="1" hasCustomPrompt="1"/>
          </p:nvPr>
        </p:nvSpPr>
        <p:spPr>
          <a:xfrm>
            <a:off x="623392" y="765445"/>
            <a:ext cx="8208912" cy="5327109"/>
          </a:xfrm>
        </p:spPr>
        <p:txBody>
          <a:bodyPr vert="eaVert"/>
          <a:lstStyle/>
          <a:p>
            <a:pPr lvl="0"/>
            <a:r>
              <a:rPr lang="de-DE" dirty="0"/>
              <a:t>Textmasterformat bearbeiten</a:t>
            </a:r>
            <a:endParaRPr lang="de-DE" dirty="0"/>
          </a:p>
          <a:p>
            <a:pPr lvl="1"/>
            <a:r>
              <a:rPr lang="de-DE" dirty="0"/>
              <a:t>Zweite Ebene</a:t>
            </a:r>
            <a:endParaRPr lang="de-DE" dirty="0"/>
          </a:p>
          <a:p>
            <a:pPr lvl="2"/>
            <a:r>
              <a:rPr lang="de-DE" dirty="0"/>
              <a:t>Dritte Ebene</a:t>
            </a:r>
            <a:endParaRPr lang="de-DE" dirty="0"/>
          </a:p>
          <a:p>
            <a:pPr lvl="3"/>
            <a:r>
              <a:rPr lang="de-DE" dirty="0"/>
              <a:t>Vierte Ebene</a:t>
            </a:r>
            <a:endParaRPr lang="de-DE" dirty="0"/>
          </a:p>
          <a:p>
            <a:pPr lvl="4"/>
            <a:r>
              <a:rPr lang="de-DE" dirty="0"/>
              <a:t>Fünfte Ebene</a:t>
            </a:r>
            <a:endParaRPr lang="de-DE" dirty="0"/>
          </a:p>
        </p:txBody>
      </p:sp>
      <p:sp>
        <p:nvSpPr>
          <p:cNvPr id="4" name="TextBox 3"/>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GIF"/><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0256" name="Rectangle 32"/>
          <p:cNvSpPr>
            <a:spLocks noChangeArrowheads="1"/>
          </p:cNvSpPr>
          <p:nvPr userDrawn="1"/>
        </p:nvSpPr>
        <p:spPr bwMode="auto">
          <a:xfrm>
            <a:off x="814917" y="6237288"/>
            <a:ext cx="11377083" cy="620712"/>
          </a:xfrm>
          <a:prstGeom prst="rect">
            <a:avLst/>
          </a:prstGeom>
          <a:gradFill rotWithShape="1">
            <a:gsLst>
              <a:gs pos="0">
                <a:schemeClr val="bg1"/>
              </a:gs>
              <a:gs pos="100000">
                <a:schemeClr val="bg1">
                  <a:gamma/>
                  <a:shade val="90980"/>
                  <a:invGamma/>
                </a:schemeClr>
              </a:gs>
            </a:gsLst>
            <a:lin ang="0" scaled="1"/>
          </a:gradFill>
          <a:ln w="12700">
            <a:noFill/>
            <a:miter lim="800000"/>
            <a:headEnd type="none" w="sm" len="sm"/>
            <a:tailEnd type="none" w="sm" len="sm"/>
          </a:ln>
          <a:effectLst/>
        </p:spPr>
        <p:txBody>
          <a:bodyPr wrap="none" anchor="ctr"/>
          <a:lstStyle/>
          <a:p>
            <a:pPr algn="ctr"/>
            <a:endParaRPr lang="de-DE" sz="1400"/>
          </a:p>
        </p:txBody>
      </p:sp>
      <p:sp>
        <p:nvSpPr>
          <p:cNvPr id="180226" name="Rectangle 2"/>
          <p:cNvSpPr>
            <a:spLocks noGrp="1" noChangeArrowheads="1"/>
          </p:cNvSpPr>
          <p:nvPr>
            <p:ph type="title"/>
          </p:nvPr>
        </p:nvSpPr>
        <p:spPr bwMode="auto">
          <a:xfrm>
            <a:off x="719670" y="30163"/>
            <a:ext cx="10657417" cy="646112"/>
          </a:xfrm>
          <a:prstGeom prst="rect">
            <a:avLst/>
          </a:prstGeom>
          <a:noFill/>
          <a:ln w="9525">
            <a:noFill/>
            <a:miter lim="800000"/>
          </a:ln>
          <a:effectLst/>
        </p:spPr>
        <p:txBody>
          <a:bodyPr vert="horz" wrap="square" lIns="92075" tIns="46038" rIns="92075" bIns="46038" numCol="1" anchor="ctr" anchorCtr="0" compatLnSpc="1"/>
          <a:lstStyle/>
          <a:p>
            <a:pPr lvl="0"/>
            <a:r>
              <a:rPr lang="en-GB" dirty="0" err="1"/>
              <a:t>Klicken</a:t>
            </a:r>
            <a:r>
              <a:rPr lang="en-GB" dirty="0"/>
              <a:t> um das </a:t>
            </a:r>
            <a:r>
              <a:rPr lang="en-GB" dirty="0" err="1"/>
              <a:t>Titelformat</a:t>
            </a:r>
            <a:r>
              <a:rPr lang="en-GB" dirty="0"/>
              <a:t> </a:t>
            </a:r>
            <a:r>
              <a:rPr lang="en-GB" dirty="0" err="1"/>
              <a:t>zu</a:t>
            </a:r>
            <a:r>
              <a:rPr lang="en-GB" dirty="0"/>
              <a:t> </a:t>
            </a:r>
            <a:r>
              <a:rPr lang="en-GB" dirty="0" err="1"/>
              <a:t>bearbeiten</a:t>
            </a:r>
            <a:endParaRPr lang="en-GB" dirty="0"/>
          </a:p>
        </p:txBody>
      </p:sp>
      <p:sp>
        <p:nvSpPr>
          <p:cNvPr id="180227" name="Rectangle 3"/>
          <p:cNvSpPr>
            <a:spLocks noGrp="1" noChangeArrowheads="1"/>
          </p:cNvSpPr>
          <p:nvPr>
            <p:ph type="body" idx="1"/>
          </p:nvPr>
        </p:nvSpPr>
        <p:spPr bwMode="auto">
          <a:xfrm>
            <a:off x="711200" y="914400"/>
            <a:ext cx="10668000" cy="5105400"/>
          </a:xfrm>
          <a:prstGeom prst="rect">
            <a:avLst/>
          </a:prstGeom>
          <a:noFill/>
          <a:ln w="9525">
            <a:noFill/>
            <a:miter lim="800000"/>
          </a:ln>
          <a:effectLst/>
        </p:spPr>
        <p:txBody>
          <a:bodyPr vert="horz" wrap="square" lIns="92075" tIns="46038" rIns="92075" bIns="46038" numCol="1" anchor="t" anchorCtr="0" compatLnSpc="1"/>
          <a:lstStyle/>
          <a:p>
            <a:pPr lvl="0"/>
            <a:r>
              <a:rPr lang="en-GB" dirty="0"/>
              <a:t>Klicken </a:t>
            </a:r>
            <a:r>
              <a:rPr lang="en-GB" dirty="0" err="1"/>
              <a:t>Sie</a:t>
            </a:r>
            <a:r>
              <a:rPr lang="en-GB" dirty="0"/>
              <a:t>, um die </a:t>
            </a:r>
            <a:r>
              <a:rPr lang="en-GB" dirty="0" err="1"/>
              <a:t>Formate</a:t>
            </a:r>
            <a:r>
              <a:rPr lang="en-GB" dirty="0"/>
              <a:t> des </a:t>
            </a:r>
            <a:r>
              <a:rPr lang="en-GB" dirty="0" err="1"/>
              <a:t>Vorlagentextes</a:t>
            </a:r>
            <a:r>
              <a:rPr lang="en-GB" dirty="0"/>
              <a:t> </a:t>
            </a:r>
            <a:r>
              <a:rPr lang="en-GB" dirty="0" err="1"/>
              <a:t>zu</a:t>
            </a:r>
            <a:r>
              <a:rPr lang="en-GB" dirty="0"/>
              <a:t> </a:t>
            </a:r>
            <a:r>
              <a:rPr lang="en-GB" dirty="0" err="1"/>
              <a:t>bearbeiten</a:t>
            </a:r>
            <a:endParaRPr lang="en-GB" dirty="0"/>
          </a:p>
          <a:p>
            <a:pPr lvl="1"/>
            <a:r>
              <a:rPr lang="en-GB" dirty="0"/>
              <a:t>Zweite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180254" name="Line 30"/>
          <p:cNvSpPr>
            <a:spLocks noChangeShapeType="1"/>
          </p:cNvSpPr>
          <p:nvPr/>
        </p:nvSpPr>
        <p:spPr bwMode="auto">
          <a:xfrm flipV="1">
            <a:off x="175685" y="692150"/>
            <a:ext cx="11808883" cy="0"/>
          </a:xfrm>
          <a:prstGeom prst="line">
            <a:avLst/>
          </a:prstGeom>
          <a:noFill/>
          <a:ln w="28575">
            <a:solidFill>
              <a:schemeClr val="bg2"/>
            </a:solidFill>
            <a:round/>
            <a:headEnd type="none" w="sm" len="sm"/>
            <a:tailEnd type="none" w="sm" len="sm"/>
          </a:ln>
          <a:effectLst/>
        </p:spPr>
        <p:txBody>
          <a:bodyPr wrap="none" anchor="ctr"/>
          <a:lstStyle/>
          <a:p>
            <a:endParaRPr lang="de-DE" sz="1400"/>
          </a:p>
        </p:txBody>
      </p:sp>
      <p:sp>
        <p:nvSpPr>
          <p:cNvPr id="180258" name="Text Box 34"/>
          <p:cNvSpPr txBox="1">
            <a:spLocks noChangeArrowheads="1"/>
          </p:cNvSpPr>
          <p:nvPr/>
        </p:nvSpPr>
        <p:spPr bwMode="auto">
          <a:xfrm>
            <a:off x="11630247" y="6409070"/>
            <a:ext cx="381836" cy="276999"/>
          </a:xfrm>
          <a:prstGeom prst="rect">
            <a:avLst/>
          </a:prstGeom>
          <a:noFill/>
          <a:ln w="12700">
            <a:noFill/>
            <a:miter lim="800000"/>
            <a:headEnd type="none" w="sm" len="sm"/>
            <a:tailEnd type="none" w="sm" len="sm"/>
          </a:ln>
          <a:effectLst/>
        </p:spPr>
        <p:txBody>
          <a:bodyPr wrap="none">
            <a:spAutoFit/>
          </a:bodyPr>
          <a:lstStyle/>
          <a:p>
            <a:pPr algn="r"/>
            <a:fld id="{AA316C04-7673-4CAB-99E0-6C1D8F626C8B}" type="slidenum">
              <a:rPr lang="de-DE" sz="1200" b="0">
                <a:solidFill>
                  <a:schemeClr val="tx1"/>
                </a:solidFill>
              </a:rPr>
            </a:fld>
            <a:endParaRPr lang="de-DE" sz="1200" b="0" dirty="0">
              <a:solidFill>
                <a:schemeClr val="tx1"/>
              </a:solidFill>
            </a:endParaRPr>
          </a:p>
        </p:txBody>
      </p:sp>
      <p:pic>
        <p:nvPicPr>
          <p:cNvPr id="3" name="Picture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3" y="6234611"/>
            <a:ext cx="623389" cy="623389"/>
          </a:xfrm>
          <a:prstGeom prst="rect">
            <a:avLst/>
          </a:prstGeom>
        </p:spPr>
      </p:pic>
      <p:sp>
        <p:nvSpPr>
          <p:cNvPr id="2" name="TextBox 1"/>
          <p:cNvSpPr txBox="1"/>
          <p:nvPr userDrawn="1"/>
        </p:nvSpPr>
        <p:spPr>
          <a:xfrm>
            <a:off x="4079776" y="6402814"/>
            <a:ext cx="4032448" cy="338554"/>
          </a:xfrm>
          <a:prstGeom prst="rect">
            <a:avLst/>
          </a:prstGeom>
          <a:noFill/>
        </p:spPr>
        <p:txBody>
          <a:bodyPr wrap="square" rtlCol="0">
            <a:spAutoFit/>
          </a:bodyPr>
          <a:lstStyle/>
          <a:p>
            <a:pPr algn="ctr"/>
            <a:r>
              <a:rPr lang="en-US" sz="1600" b="0" i="1" noProof="0" dirty="0">
                <a:solidFill>
                  <a:srgbClr val="8A8A8A"/>
                </a:solidFill>
                <a:latin typeface="+mn-lt"/>
              </a:rPr>
              <a:t>Space Informatics and Satellite Systems</a:t>
            </a:r>
            <a:endParaRPr lang="en-US" sz="1600" b="0" i="1" noProof="0" dirty="0">
              <a:solidFill>
                <a:srgbClr val="8A8A8A"/>
              </a:solidFill>
              <a:latin typeface="+mn-l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fontAlgn="base" hangingPunct="1">
        <a:spcBef>
          <a:spcPct val="0"/>
        </a:spcBef>
        <a:spcAft>
          <a:spcPct val="0"/>
        </a:spcAft>
        <a:defRPr sz="2600" b="1">
          <a:solidFill>
            <a:srgbClr val="063D79"/>
          </a:solidFill>
          <a:latin typeface="+mj-lt"/>
          <a:ea typeface="+mj-ea"/>
          <a:cs typeface="+mj-cs"/>
        </a:defRPr>
      </a:lvl1pPr>
      <a:lvl2pPr algn="ctr" rtl="0" eaLnBrk="1" fontAlgn="base" hangingPunct="1">
        <a:spcBef>
          <a:spcPct val="0"/>
        </a:spcBef>
        <a:spcAft>
          <a:spcPct val="0"/>
        </a:spcAft>
        <a:defRPr sz="2600" b="1">
          <a:solidFill>
            <a:srgbClr val="063D79"/>
          </a:solidFill>
          <a:latin typeface="Arial" panose="020B0604020202020204" pitchFamily="34" charset="0"/>
        </a:defRPr>
      </a:lvl2pPr>
      <a:lvl3pPr algn="ctr" rtl="0" eaLnBrk="1" fontAlgn="base" hangingPunct="1">
        <a:spcBef>
          <a:spcPct val="0"/>
        </a:spcBef>
        <a:spcAft>
          <a:spcPct val="0"/>
        </a:spcAft>
        <a:defRPr sz="2600" b="1">
          <a:solidFill>
            <a:srgbClr val="063D79"/>
          </a:solidFill>
          <a:latin typeface="Arial" panose="020B0604020202020204" pitchFamily="34" charset="0"/>
        </a:defRPr>
      </a:lvl3pPr>
      <a:lvl4pPr algn="ctr" rtl="0" eaLnBrk="1" fontAlgn="base" hangingPunct="1">
        <a:spcBef>
          <a:spcPct val="0"/>
        </a:spcBef>
        <a:spcAft>
          <a:spcPct val="0"/>
        </a:spcAft>
        <a:defRPr sz="2600" b="1">
          <a:solidFill>
            <a:srgbClr val="063D79"/>
          </a:solidFill>
          <a:latin typeface="Arial" panose="020B0604020202020204" pitchFamily="34" charset="0"/>
        </a:defRPr>
      </a:lvl4pPr>
      <a:lvl5pPr algn="ctr" rtl="0" eaLnBrk="1" fontAlgn="base" hangingPunct="1">
        <a:spcBef>
          <a:spcPct val="0"/>
        </a:spcBef>
        <a:spcAft>
          <a:spcPct val="0"/>
        </a:spcAft>
        <a:defRPr sz="2600" b="1">
          <a:solidFill>
            <a:srgbClr val="063D79"/>
          </a:solidFill>
          <a:latin typeface="Arial" panose="020B0604020202020204" pitchFamily="34" charset="0"/>
        </a:defRPr>
      </a:lvl5pPr>
      <a:lvl6pPr marL="457200" algn="ctr" rtl="0" eaLnBrk="1" fontAlgn="base" hangingPunct="1">
        <a:spcBef>
          <a:spcPct val="0"/>
        </a:spcBef>
        <a:spcAft>
          <a:spcPct val="0"/>
        </a:spcAft>
        <a:defRPr sz="2600" b="1">
          <a:solidFill>
            <a:srgbClr val="063D79"/>
          </a:solidFill>
          <a:latin typeface="Arial" panose="020B0604020202020204" pitchFamily="34" charset="0"/>
        </a:defRPr>
      </a:lvl6pPr>
      <a:lvl7pPr marL="914400" algn="ctr" rtl="0" eaLnBrk="1" fontAlgn="base" hangingPunct="1">
        <a:spcBef>
          <a:spcPct val="0"/>
        </a:spcBef>
        <a:spcAft>
          <a:spcPct val="0"/>
        </a:spcAft>
        <a:defRPr sz="2600" b="1">
          <a:solidFill>
            <a:srgbClr val="063D79"/>
          </a:solidFill>
          <a:latin typeface="Arial" panose="020B0604020202020204" pitchFamily="34" charset="0"/>
        </a:defRPr>
      </a:lvl7pPr>
      <a:lvl8pPr marL="1371600" algn="ctr" rtl="0" eaLnBrk="1" fontAlgn="base" hangingPunct="1">
        <a:spcBef>
          <a:spcPct val="0"/>
        </a:spcBef>
        <a:spcAft>
          <a:spcPct val="0"/>
        </a:spcAft>
        <a:defRPr sz="2600" b="1">
          <a:solidFill>
            <a:srgbClr val="063D79"/>
          </a:solidFill>
          <a:latin typeface="Arial" panose="020B0604020202020204" pitchFamily="34" charset="0"/>
        </a:defRPr>
      </a:lvl8pPr>
      <a:lvl9pPr marL="1828800" algn="ctr" rtl="0" eaLnBrk="1" fontAlgn="base" hangingPunct="1">
        <a:spcBef>
          <a:spcPct val="0"/>
        </a:spcBef>
        <a:spcAft>
          <a:spcPct val="0"/>
        </a:spcAft>
        <a:defRPr sz="2600" b="1">
          <a:solidFill>
            <a:srgbClr val="063D79"/>
          </a:solidFill>
          <a:latin typeface="Arial" panose="020B0604020202020204" pitchFamily="34" charset="0"/>
        </a:defRPr>
      </a:lvl9pPr>
    </p:titleStyle>
    <p:bodyStyle>
      <a:lvl1pPr marL="0" indent="0" algn="l" rtl="0" eaLnBrk="1" fontAlgn="base" hangingPunct="1">
        <a:spcBef>
          <a:spcPts val="1200"/>
        </a:spcBef>
        <a:spcAft>
          <a:spcPts val="600"/>
        </a:spcAft>
        <a:buClr>
          <a:srgbClr val="063D79"/>
        </a:buClr>
        <a:buSzPct val="80000"/>
        <a:buFontTx/>
        <a:buNone/>
        <a:defRPr sz="2000">
          <a:solidFill>
            <a:schemeClr val="tx2"/>
          </a:solidFill>
          <a:latin typeface="+mn-lt"/>
          <a:ea typeface="+mn-ea"/>
          <a:cs typeface="+mn-cs"/>
        </a:defRPr>
      </a:lvl1pPr>
      <a:lvl2pPr marL="742950" indent="-285750" algn="l" rtl="0" eaLnBrk="1" fontAlgn="base" hangingPunct="1">
        <a:spcBef>
          <a:spcPts val="600"/>
        </a:spcBef>
        <a:spcAft>
          <a:spcPts val="600"/>
        </a:spcAft>
        <a:buClr>
          <a:srgbClr val="063D79"/>
        </a:buClr>
        <a:buSzPct val="100000"/>
        <a:buFont typeface="Wingdings" panose="05000000000000000000" pitchFamily="2" charset="2"/>
        <a:buChar char="Ø"/>
        <a:defRPr sz="1800">
          <a:solidFill>
            <a:schemeClr val="tx2"/>
          </a:solidFill>
          <a:latin typeface="+mn-lt"/>
        </a:defRPr>
      </a:lvl2pPr>
      <a:lvl3pPr marL="1143000" indent="-228600" algn="l" rtl="0" eaLnBrk="1" fontAlgn="base" hangingPunct="1">
        <a:spcBef>
          <a:spcPts val="600"/>
        </a:spcBef>
        <a:spcAft>
          <a:spcPts val="600"/>
        </a:spcAft>
        <a:buClr>
          <a:srgbClr val="063D79"/>
        </a:buClr>
        <a:buChar char="–"/>
        <a:defRPr sz="1600">
          <a:solidFill>
            <a:schemeClr val="tx2"/>
          </a:solidFill>
          <a:latin typeface="+mn-lt"/>
        </a:defRPr>
      </a:lvl3pPr>
      <a:lvl4pPr marL="1562100" indent="-228600" algn="l" rtl="0" eaLnBrk="1" fontAlgn="base" hangingPunct="1">
        <a:spcBef>
          <a:spcPts val="600"/>
        </a:spcBef>
        <a:spcAft>
          <a:spcPts val="600"/>
        </a:spcAft>
        <a:buClr>
          <a:srgbClr val="063D79"/>
        </a:buClr>
        <a:buFont typeface="Wingdings" panose="05000000000000000000" pitchFamily="2" charset="2"/>
        <a:buChar char="§"/>
        <a:defRPr sz="1600">
          <a:solidFill>
            <a:schemeClr val="tx2"/>
          </a:solidFill>
          <a:latin typeface="+mn-lt"/>
        </a:defRPr>
      </a:lvl4pPr>
      <a:lvl5pPr marL="1981200" indent="-228600" algn="l" rtl="0" eaLnBrk="1" fontAlgn="base" hangingPunct="1">
        <a:spcBef>
          <a:spcPts val="600"/>
        </a:spcBef>
        <a:spcAft>
          <a:spcPts val="600"/>
        </a:spcAft>
        <a:buClr>
          <a:srgbClr val="063D79"/>
        </a:buClr>
        <a:buChar char=" "/>
        <a:defRPr sz="1600">
          <a:solidFill>
            <a:schemeClr val="tx2"/>
          </a:solidFill>
          <a:latin typeface="+mn-lt"/>
        </a:defRPr>
      </a:lvl5pPr>
      <a:lvl6pPr marL="2438400" indent="-228600" algn="l" rtl="0" eaLnBrk="1" fontAlgn="base" hangingPunct="1">
        <a:spcBef>
          <a:spcPct val="20000"/>
        </a:spcBef>
        <a:spcAft>
          <a:spcPct val="0"/>
        </a:spcAft>
        <a:buChar char=" "/>
        <a:defRPr sz="2000">
          <a:solidFill>
            <a:srgbClr val="4D4D4D"/>
          </a:solidFill>
          <a:latin typeface="+mn-lt"/>
        </a:defRPr>
      </a:lvl6pPr>
      <a:lvl7pPr marL="2895600" indent="-228600" algn="l" rtl="0" eaLnBrk="1" fontAlgn="base" hangingPunct="1">
        <a:spcBef>
          <a:spcPct val="20000"/>
        </a:spcBef>
        <a:spcAft>
          <a:spcPct val="0"/>
        </a:spcAft>
        <a:buChar char=" "/>
        <a:defRPr sz="2000">
          <a:solidFill>
            <a:srgbClr val="4D4D4D"/>
          </a:solidFill>
          <a:latin typeface="+mn-lt"/>
        </a:defRPr>
      </a:lvl7pPr>
      <a:lvl8pPr marL="3352800" indent="-228600" algn="l" rtl="0" eaLnBrk="1" fontAlgn="base" hangingPunct="1">
        <a:spcBef>
          <a:spcPct val="20000"/>
        </a:spcBef>
        <a:spcAft>
          <a:spcPct val="0"/>
        </a:spcAft>
        <a:buChar char=" "/>
        <a:defRPr sz="2000">
          <a:solidFill>
            <a:srgbClr val="4D4D4D"/>
          </a:solidFill>
          <a:latin typeface="+mn-lt"/>
        </a:defRPr>
      </a:lvl8pPr>
      <a:lvl9pPr marL="3810000" indent="-228600" algn="l" rtl="0" eaLnBrk="1" fontAlgn="base" hangingPunct="1">
        <a:spcBef>
          <a:spcPct val="20000"/>
        </a:spcBef>
        <a:spcAft>
          <a:spcPct val="0"/>
        </a:spcAft>
        <a:buChar char=" "/>
        <a:defRPr sz="2000">
          <a:solidFill>
            <a:srgbClr val="4D4D4D"/>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hart" Target="../charts/chart2.xml"/><Relationship Id="rId1"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hart" Target="../charts/chart4.xml"/><Relationship Id="rId1" Type="http://schemas.openxmlformats.org/officeDocument/2006/relationships/chart" Target="../charts/char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hart" Target="../charts/chart6.xml"/><Relationship Id="rId1" Type="http://schemas.openxmlformats.org/officeDocument/2006/relationships/chart" Target="../charts/chart5.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hart" Target="../charts/chart8.xml"/><Relationship Id="rId1" Type="http://schemas.openxmlformats.org/officeDocument/2006/relationships/chart" Target="../charts/char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https://www.mdpi.com/2079-9292/11/4/58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a:xfrm>
            <a:off x="767291" y="2403376"/>
            <a:ext cx="10657417" cy="2051248"/>
          </a:xfrm>
        </p:spPr>
        <p:txBody>
          <a:bodyPr/>
          <a:lstStyle/>
          <a:p>
            <a:r>
              <a:rPr lang="en-US" sz="3600" cap="all" noProof="0" dirty="0">
                <a:latin typeface="Arial Black" panose="020B0A04020102020204" pitchFamily="34" charset="0"/>
              </a:rPr>
              <a:t>Angles-Only Initial orbit determination (IOD) using Neural Networks</a:t>
            </a:r>
            <a:br>
              <a:rPr lang="en-US" sz="3600" b="0" cap="all" noProof="0" dirty="0">
                <a:latin typeface="Arial Black" panose="020B0A04020102020204" pitchFamily="34" charset="0"/>
              </a:rPr>
            </a:br>
            <a:endParaRPr lang="en-US" sz="3600" b="0" cap="all" noProof="0" dirty="0">
              <a:latin typeface="Arial Black" panose="020B0A04020102020204" pitchFamily="34" charset="0"/>
            </a:endParaRPr>
          </a:p>
        </p:txBody>
      </p:sp>
      <p:sp>
        <p:nvSpPr>
          <p:cNvPr id="4" name="Sottotitolo 1"/>
          <p:cNvSpPr txBox="1"/>
          <p:nvPr/>
        </p:nvSpPr>
        <p:spPr bwMode="auto">
          <a:xfrm>
            <a:off x="532657" y="4493287"/>
            <a:ext cx="3187078" cy="1872208"/>
          </a:xfrm>
          <a:prstGeom prst="rect">
            <a:avLst/>
          </a:prstGeom>
          <a:noFill/>
          <a:ln w="9525">
            <a:noFill/>
            <a:miter lim="800000"/>
          </a:ln>
          <a:effectLst/>
        </p:spPr>
        <p:txBody>
          <a:bodyPr vert="horz" wrap="square" lIns="91440" tIns="45720" rIns="91440" bIns="45720" numCol="1" anchor="t" anchorCtr="0" compatLnSpc="1"/>
          <a:lstStyle>
            <a:lvl1pPr marL="0" indent="0" algn="ctr" rtl="0" eaLnBrk="1" fontAlgn="base" hangingPunct="1">
              <a:spcBef>
                <a:spcPts val="1200"/>
              </a:spcBef>
              <a:spcAft>
                <a:spcPts val="600"/>
              </a:spcAft>
              <a:buClr>
                <a:srgbClr val="063D79"/>
              </a:buClr>
              <a:buSzPct val="80000"/>
              <a:buFont typeface="Wingdings 3" pitchFamily="18" charset="2"/>
              <a:buNone/>
              <a:defRPr sz="2000" b="0" baseline="0">
                <a:solidFill>
                  <a:schemeClr val="tx1"/>
                </a:solidFill>
                <a:latin typeface="+mn-lt"/>
                <a:ea typeface="+mn-ea"/>
                <a:cs typeface="+mn-cs"/>
              </a:defRPr>
            </a:lvl1pPr>
            <a:lvl2pPr marL="742950" indent="-285750" algn="l" rtl="0" eaLnBrk="1" fontAlgn="base" hangingPunct="1">
              <a:spcBef>
                <a:spcPts val="600"/>
              </a:spcBef>
              <a:spcAft>
                <a:spcPts val="600"/>
              </a:spcAft>
              <a:buClr>
                <a:srgbClr val="063D79"/>
              </a:buClr>
              <a:buSzPct val="100000"/>
              <a:buFont typeface="Wingdings" panose="05000000000000000000" pitchFamily="2" charset="2"/>
              <a:buChar char="Ø"/>
              <a:defRPr sz="1800">
                <a:solidFill>
                  <a:schemeClr val="tx2"/>
                </a:solidFill>
                <a:latin typeface="+mn-lt"/>
              </a:defRPr>
            </a:lvl2pPr>
            <a:lvl3pPr marL="1143000" indent="-228600" algn="l" rtl="0" eaLnBrk="1" fontAlgn="base" hangingPunct="1">
              <a:spcBef>
                <a:spcPts val="600"/>
              </a:spcBef>
              <a:spcAft>
                <a:spcPts val="600"/>
              </a:spcAft>
              <a:buClr>
                <a:srgbClr val="063D79"/>
              </a:buClr>
              <a:buChar char="–"/>
              <a:defRPr sz="1600">
                <a:solidFill>
                  <a:schemeClr val="tx2"/>
                </a:solidFill>
                <a:latin typeface="+mn-lt"/>
              </a:defRPr>
            </a:lvl3pPr>
            <a:lvl4pPr marL="1562100" indent="-228600" algn="l" rtl="0" eaLnBrk="1" fontAlgn="base" hangingPunct="1">
              <a:spcBef>
                <a:spcPts val="600"/>
              </a:spcBef>
              <a:spcAft>
                <a:spcPts val="600"/>
              </a:spcAft>
              <a:buClr>
                <a:srgbClr val="063D79"/>
              </a:buClr>
              <a:buFont typeface="Wingdings" panose="05000000000000000000" pitchFamily="2" charset="2"/>
              <a:buChar char="§"/>
              <a:defRPr sz="1600">
                <a:solidFill>
                  <a:schemeClr val="tx2"/>
                </a:solidFill>
                <a:latin typeface="+mn-lt"/>
              </a:defRPr>
            </a:lvl4pPr>
            <a:lvl5pPr marL="1981200" indent="-228600" algn="l" rtl="0" eaLnBrk="1" fontAlgn="base" hangingPunct="1">
              <a:spcBef>
                <a:spcPts val="600"/>
              </a:spcBef>
              <a:spcAft>
                <a:spcPts val="600"/>
              </a:spcAft>
              <a:buClr>
                <a:srgbClr val="063D79"/>
              </a:buClr>
              <a:buChar char=" "/>
              <a:defRPr sz="1600">
                <a:solidFill>
                  <a:schemeClr val="tx2"/>
                </a:solidFill>
                <a:latin typeface="+mn-lt"/>
              </a:defRPr>
            </a:lvl5pPr>
            <a:lvl6pPr marL="2438400" indent="-228600" algn="l" rtl="0" eaLnBrk="1" fontAlgn="base" hangingPunct="1">
              <a:spcBef>
                <a:spcPct val="20000"/>
              </a:spcBef>
              <a:spcAft>
                <a:spcPct val="0"/>
              </a:spcAft>
              <a:buChar char=" "/>
              <a:defRPr sz="2000">
                <a:solidFill>
                  <a:srgbClr val="4D4D4D"/>
                </a:solidFill>
                <a:latin typeface="+mn-lt"/>
              </a:defRPr>
            </a:lvl6pPr>
            <a:lvl7pPr marL="2895600" indent="-228600" algn="l" rtl="0" eaLnBrk="1" fontAlgn="base" hangingPunct="1">
              <a:spcBef>
                <a:spcPct val="20000"/>
              </a:spcBef>
              <a:spcAft>
                <a:spcPct val="0"/>
              </a:spcAft>
              <a:buChar char=" "/>
              <a:defRPr sz="2000">
                <a:solidFill>
                  <a:srgbClr val="4D4D4D"/>
                </a:solidFill>
                <a:latin typeface="+mn-lt"/>
              </a:defRPr>
            </a:lvl7pPr>
            <a:lvl8pPr marL="3352800" indent="-228600" algn="l" rtl="0" eaLnBrk="1" fontAlgn="base" hangingPunct="1">
              <a:spcBef>
                <a:spcPct val="20000"/>
              </a:spcBef>
              <a:spcAft>
                <a:spcPct val="0"/>
              </a:spcAft>
              <a:buChar char=" "/>
              <a:defRPr sz="2000">
                <a:solidFill>
                  <a:srgbClr val="4D4D4D"/>
                </a:solidFill>
                <a:latin typeface="+mn-lt"/>
              </a:defRPr>
            </a:lvl8pPr>
            <a:lvl9pPr marL="3810000" indent="-228600" algn="l" rtl="0" eaLnBrk="1" fontAlgn="base" hangingPunct="1">
              <a:spcBef>
                <a:spcPct val="20000"/>
              </a:spcBef>
              <a:spcAft>
                <a:spcPct val="0"/>
              </a:spcAft>
              <a:buChar char=" "/>
              <a:defRPr sz="2000">
                <a:solidFill>
                  <a:srgbClr val="4D4D4D"/>
                </a:solidFill>
                <a:latin typeface="+mn-lt"/>
              </a:defRPr>
            </a:lvl9pPr>
          </a:lstStyle>
          <a:p>
            <a:pPr algn="l"/>
            <a:r>
              <a:rPr lang="en-US" b="1" kern="0" dirty="0">
                <a:solidFill>
                  <a:srgbClr val="063D79"/>
                </a:solidFill>
              </a:rPr>
              <a:t>Supervisor:</a:t>
            </a:r>
            <a:endParaRPr lang="en-US" b="1" kern="0" dirty="0">
              <a:solidFill>
                <a:srgbClr val="063D79"/>
              </a:solidFill>
            </a:endParaRPr>
          </a:p>
          <a:p>
            <a:pPr algn="l"/>
            <a:r>
              <a:rPr lang="en-US" b="1" kern="0" dirty="0">
                <a:solidFill>
                  <a:srgbClr val="063D79"/>
                </a:solidFill>
              </a:rPr>
              <a:t>M.Sc.- </a:t>
            </a:r>
            <a:r>
              <a:rPr lang="en-US" b="1" kern="0" dirty="0" err="1">
                <a:solidFill>
                  <a:srgbClr val="063D79"/>
                </a:solidFill>
              </a:rPr>
              <a:t>Ing</a:t>
            </a:r>
            <a:r>
              <a:rPr lang="en-US" b="1" kern="0" dirty="0">
                <a:solidFill>
                  <a:srgbClr val="063D79"/>
                </a:solidFill>
              </a:rPr>
              <a:t>. </a:t>
            </a:r>
            <a:r>
              <a:rPr lang="en-US" b="1" kern="0" dirty="0" err="1">
                <a:solidFill>
                  <a:srgbClr val="063D79"/>
                </a:solidFill>
              </a:rPr>
              <a:t>Loay</a:t>
            </a:r>
            <a:r>
              <a:rPr lang="en-US" b="1" kern="0" dirty="0">
                <a:solidFill>
                  <a:srgbClr val="063D79"/>
                </a:solidFill>
              </a:rPr>
              <a:t> Gouda</a:t>
            </a:r>
            <a:endParaRPr lang="en-US" b="1" kern="0" dirty="0">
              <a:solidFill>
                <a:srgbClr val="063D79"/>
              </a:solidFill>
            </a:endParaRPr>
          </a:p>
          <a:p>
            <a:pPr algn="l"/>
            <a:r>
              <a:rPr lang="en-US" b="1" kern="0" dirty="0">
                <a:solidFill>
                  <a:srgbClr val="063D79"/>
                </a:solidFill>
              </a:rPr>
              <a:t>Date: 25.07.0205</a:t>
            </a:r>
            <a:endParaRPr lang="en-US" b="1" kern="0" dirty="0">
              <a:solidFill>
                <a:srgbClr val="063D79"/>
              </a:solidFill>
            </a:endParaRPr>
          </a:p>
        </p:txBody>
      </p:sp>
      <p:sp>
        <p:nvSpPr>
          <p:cNvPr id="6" name="Sottotitolo 1"/>
          <p:cNvSpPr txBox="1"/>
          <p:nvPr/>
        </p:nvSpPr>
        <p:spPr bwMode="auto">
          <a:xfrm>
            <a:off x="7410756" y="4263761"/>
            <a:ext cx="4248587" cy="2019472"/>
          </a:xfrm>
          <a:prstGeom prst="rect">
            <a:avLst/>
          </a:prstGeom>
          <a:noFill/>
          <a:ln w="9525">
            <a:noFill/>
            <a:miter lim="800000"/>
          </a:ln>
          <a:effectLst/>
        </p:spPr>
        <p:txBody>
          <a:bodyPr vert="horz" wrap="square" lIns="91440" tIns="45720" rIns="91440" bIns="45720" numCol="1" anchor="t" anchorCtr="0" compatLnSpc="1"/>
          <a:lstStyle>
            <a:lvl1pPr marL="0" indent="0" algn="ctr" rtl="0" eaLnBrk="1" fontAlgn="base" hangingPunct="1">
              <a:spcBef>
                <a:spcPts val="1200"/>
              </a:spcBef>
              <a:spcAft>
                <a:spcPts val="600"/>
              </a:spcAft>
              <a:buClr>
                <a:srgbClr val="063D79"/>
              </a:buClr>
              <a:buSzPct val="80000"/>
              <a:buFont typeface="Wingdings 3" pitchFamily="18" charset="2"/>
              <a:buNone/>
              <a:defRPr sz="2000" b="0" baseline="0">
                <a:solidFill>
                  <a:schemeClr val="tx1"/>
                </a:solidFill>
                <a:latin typeface="+mn-lt"/>
                <a:ea typeface="+mn-ea"/>
                <a:cs typeface="+mn-cs"/>
              </a:defRPr>
            </a:lvl1pPr>
            <a:lvl2pPr marL="742950" indent="-285750" algn="l" rtl="0" eaLnBrk="1" fontAlgn="base" hangingPunct="1">
              <a:spcBef>
                <a:spcPts val="600"/>
              </a:spcBef>
              <a:spcAft>
                <a:spcPts val="600"/>
              </a:spcAft>
              <a:buClr>
                <a:srgbClr val="063D79"/>
              </a:buClr>
              <a:buSzPct val="100000"/>
              <a:buFont typeface="Wingdings" panose="05000000000000000000" pitchFamily="2" charset="2"/>
              <a:buChar char="Ø"/>
              <a:defRPr sz="1800">
                <a:solidFill>
                  <a:schemeClr val="tx2"/>
                </a:solidFill>
                <a:latin typeface="+mn-lt"/>
              </a:defRPr>
            </a:lvl2pPr>
            <a:lvl3pPr marL="1143000" indent="-228600" algn="l" rtl="0" eaLnBrk="1" fontAlgn="base" hangingPunct="1">
              <a:spcBef>
                <a:spcPts val="600"/>
              </a:spcBef>
              <a:spcAft>
                <a:spcPts val="600"/>
              </a:spcAft>
              <a:buClr>
                <a:srgbClr val="063D79"/>
              </a:buClr>
              <a:buChar char="–"/>
              <a:defRPr sz="1600">
                <a:solidFill>
                  <a:schemeClr val="tx2"/>
                </a:solidFill>
                <a:latin typeface="+mn-lt"/>
              </a:defRPr>
            </a:lvl3pPr>
            <a:lvl4pPr marL="1562100" indent="-228600" algn="l" rtl="0" eaLnBrk="1" fontAlgn="base" hangingPunct="1">
              <a:spcBef>
                <a:spcPts val="600"/>
              </a:spcBef>
              <a:spcAft>
                <a:spcPts val="600"/>
              </a:spcAft>
              <a:buClr>
                <a:srgbClr val="063D79"/>
              </a:buClr>
              <a:buFont typeface="Wingdings" panose="05000000000000000000" pitchFamily="2" charset="2"/>
              <a:buChar char="§"/>
              <a:defRPr sz="1600">
                <a:solidFill>
                  <a:schemeClr val="tx2"/>
                </a:solidFill>
                <a:latin typeface="+mn-lt"/>
              </a:defRPr>
            </a:lvl4pPr>
            <a:lvl5pPr marL="1981200" indent="-228600" algn="l" rtl="0" eaLnBrk="1" fontAlgn="base" hangingPunct="1">
              <a:spcBef>
                <a:spcPts val="600"/>
              </a:spcBef>
              <a:spcAft>
                <a:spcPts val="600"/>
              </a:spcAft>
              <a:buClr>
                <a:srgbClr val="063D79"/>
              </a:buClr>
              <a:buChar char=" "/>
              <a:defRPr sz="1600">
                <a:solidFill>
                  <a:schemeClr val="tx2"/>
                </a:solidFill>
                <a:latin typeface="+mn-lt"/>
              </a:defRPr>
            </a:lvl5pPr>
            <a:lvl6pPr marL="2438400" indent="-228600" algn="l" rtl="0" eaLnBrk="1" fontAlgn="base" hangingPunct="1">
              <a:spcBef>
                <a:spcPct val="20000"/>
              </a:spcBef>
              <a:spcAft>
                <a:spcPct val="0"/>
              </a:spcAft>
              <a:buChar char=" "/>
              <a:defRPr sz="2000">
                <a:solidFill>
                  <a:srgbClr val="4D4D4D"/>
                </a:solidFill>
                <a:latin typeface="+mn-lt"/>
              </a:defRPr>
            </a:lvl6pPr>
            <a:lvl7pPr marL="2895600" indent="-228600" algn="l" rtl="0" eaLnBrk="1" fontAlgn="base" hangingPunct="1">
              <a:spcBef>
                <a:spcPct val="20000"/>
              </a:spcBef>
              <a:spcAft>
                <a:spcPct val="0"/>
              </a:spcAft>
              <a:buChar char=" "/>
              <a:defRPr sz="2000">
                <a:solidFill>
                  <a:srgbClr val="4D4D4D"/>
                </a:solidFill>
                <a:latin typeface="+mn-lt"/>
              </a:defRPr>
            </a:lvl7pPr>
            <a:lvl8pPr marL="3352800" indent="-228600" algn="l" rtl="0" eaLnBrk="1" fontAlgn="base" hangingPunct="1">
              <a:spcBef>
                <a:spcPct val="20000"/>
              </a:spcBef>
              <a:spcAft>
                <a:spcPct val="0"/>
              </a:spcAft>
              <a:buChar char=" "/>
              <a:defRPr sz="2000">
                <a:solidFill>
                  <a:srgbClr val="4D4D4D"/>
                </a:solidFill>
                <a:latin typeface="+mn-lt"/>
              </a:defRPr>
            </a:lvl8pPr>
            <a:lvl9pPr marL="3810000" indent="-228600" algn="l" rtl="0" eaLnBrk="1" fontAlgn="base" hangingPunct="1">
              <a:spcBef>
                <a:spcPct val="20000"/>
              </a:spcBef>
              <a:spcAft>
                <a:spcPct val="0"/>
              </a:spcAft>
              <a:buChar char=" "/>
              <a:defRPr sz="2000">
                <a:solidFill>
                  <a:srgbClr val="4D4D4D"/>
                </a:solidFill>
                <a:latin typeface="+mn-lt"/>
              </a:defRPr>
            </a:lvl9pPr>
          </a:lstStyle>
          <a:p>
            <a:pPr algn="r"/>
            <a:r>
              <a:rPr lang="en-US" b="1" kern="0">
                <a:solidFill>
                  <a:srgbClr val="063D79"/>
                </a:solidFill>
              </a:rPr>
              <a:t>Authors:</a:t>
            </a:r>
            <a:endParaRPr lang="en-US" b="1" kern="0">
              <a:solidFill>
                <a:srgbClr val="063D79"/>
              </a:solidFill>
            </a:endParaRPr>
          </a:p>
          <a:p>
            <a:pPr algn="r"/>
            <a:r>
              <a:rPr lang="en-US" b="1" kern="0">
                <a:solidFill>
                  <a:srgbClr val="063D79"/>
                </a:solidFill>
              </a:rPr>
              <a:t>Shridevi Kerakalamatti</a:t>
            </a:r>
            <a:endParaRPr lang="en-US" b="1" kern="0">
              <a:solidFill>
                <a:srgbClr val="063D79"/>
              </a:solidFill>
            </a:endParaRPr>
          </a:p>
          <a:p>
            <a:pPr algn="r"/>
            <a:r>
              <a:rPr lang="en-US" b="1" kern="0">
                <a:solidFill>
                  <a:srgbClr val="063D79"/>
                </a:solidFill>
              </a:rPr>
              <a:t>Dishant Adesara</a:t>
            </a:r>
            <a:endParaRPr lang="en-US" b="1" kern="0">
              <a:solidFill>
                <a:srgbClr val="063D79"/>
              </a:solidFill>
            </a:endParaRPr>
          </a:p>
          <a:p>
            <a:pPr algn="r"/>
            <a:r>
              <a:rPr lang="en-US" b="1" kern="0">
                <a:solidFill>
                  <a:srgbClr val="063D79"/>
                </a:solidFill>
              </a:rPr>
              <a:t>Yashkumar Lukhi</a:t>
            </a:r>
            <a:endParaRPr lang="en-US" b="1" kern="0">
              <a:solidFill>
                <a:srgbClr val="063D79"/>
              </a:solidFill>
            </a:endParaRPr>
          </a:p>
          <a:p>
            <a:pPr algn="r"/>
            <a:endParaRPr lang="en-US" b="1" kern="0">
              <a:solidFill>
                <a:srgbClr val="063D79"/>
              </a:solidFill>
            </a:endParaRPr>
          </a:p>
          <a:p>
            <a:pPr algn="r"/>
            <a:endParaRPr lang="en-US" b="1" kern="0" dirty="0">
              <a:solidFill>
                <a:srgbClr val="063D7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endParaRPr lang="en-IN" dirty="0"/>
          </a:p>
        </p:txBody>
      </p:sp>
      <p:sp>
        <p:nvSpPr>
          <p:cNvPr id="3" name="Text Placeholder 2"/>
          <p:cNvSpPr>
            <a:spLocks noGrp="1"/>
          </p:cNvSpPr>
          <p:nvPr>
            <p:ph type="body" sz="quarter" idx="10"/>
          </p:nvPr>
        </p:nvSpPr>
        <p:spPr>
          <a:xfrm>
            <a:off x="983432" y="836712"/>
            <a:ext cx="10657417" cy="5184576"/>
          </a:xfrm>
        </p:spPr>
        <p:txBody>
          <a:bodyPr/>
          <a:lstStyle/>
          <a:p>
            <a:r>
              <a:rPr lang="en-US" dirty="0"/>
              <a:t>Overview</a:t>
            </a:r>
            <a:endParaRPr lang="en-US" dirty="0"/>
          </a:p>
          <a:p>
            <a:pPr lvl="1"/>
            <a:r>
              <a:rPr lang="en-US" dirty="0"/>
              <a:t>Motivation &amp; Problem Statement</a:t>
            </a:r>
            <a:endParaRPr lang="en-US" dirty="0"/>
          </a:p>
          <a:p>
            <a:r>
              <a:rPr lang="en-US" dirty="0"/>
              <a:t>Neural Network Methods Adapted</a:t>
            </a:r>
            <a:endParaRPr lang="en-US" dirty="0"/>
          </a:p>
          <a:p>
            <a:pPr lvl="1"/>
            <a:r>
              <a:rPr lang="en-US" dirty="0"/>
              <a:t>MLP ( Data Preprocessing &amp; Model Development)</a:t>
            </a:r>
            <a:endParaRPr lang="en-US" dirty="0"/>
          </a:p>
          <a:p>
            <a:pPr lvl="1"/>
            <a:r>
              <a:rPr lang="en-US" dirty="0"/>
              <a:t>LSTM ( Data Preprocessing &amp; Model Development)</a:t>
            </a:r>
            <a:endParaRPr lang="en-US" dirty="0"/>
          </a:p>
          <a:p>
            <a:r>
              <a:rPr lang="en-US" dirty="0"/>
              <a:t>Final Results</a:t>
            </a:r>
            <a:endParaRPr lang="en-US" dirty="0"/>
          </a:p>
          <a:p>
            <a:pPr lvl="1"/>
            <a:r>
              <a:rPr lang="en-US" dirty="0"/>
              <a:t>Metrics Comparison (with Ground Truth, Traditional Method) and Plots </a:t>
            </a:r>
            <a:endParaRPr lang="en-US" dirty="0"/>
          </a:p>
          <a:p>
            <a:r>
              <a:rPr lang="en-US" dirty="0"/>
              <a:t>Discussion &amp; Interpretation</a:t>
            </a:r>
            <a:endParaRPr lang="en-US" dirty="0"/>
          </a:p>
          <a:p>
            <a:r>
              <a:rPr lang="en-US" dirty="0"/>
              <a:t>Conclusion</a:t>
            </a:r>
            <a:endParaRPr lang="en-US" dirty="0"/>
          </a:p>
          <a:p>
            <a:r>
              <a:rPr lang="en-US" dirty="0"/>
              <a:t>Future Scope</a:t>
            </a:r>
            <a:endParaRPr lang="en-US" dirty="0"/>
          </a:p>
          <a:p>
            <a:r>
              <a:rPr lang="en-IN" dirty="0"/>
              <a:t>Reference</a:t>
            </a:r>
            <a:r>
              <a:rPr lang="en-US" dirty="0"/>
              <a:t>, Appendix</a:t>
            </a:r>
            <a:endParaRPr lang="en-US" dirty="0"/>
          </a:p>
          <a:p>
            <a:endParaRPr lang="en-US"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US" dirty="0"/>
          </a:p>
        </p:txBody>
      </p:sp>
      <p:sp>
        <p:nvSpPr>
          <p:cNvPr id="3" name="Text Placeholder 2"/>
          <p:cNvSpPr>
            <a:spLocks noGrp="1"/>
          </p:cNvSpPr>
          <p:nvPr>
            <p:ph type="body" sz="quarter" idx="10"/>
          </p:nvPr>
        </p:nvSpPr>
        <p:spPr>
          <a:xfrm>
            <a:off x="304191" y="700531"/>
            <a:ext cx="11361336" cy="1083599"/>
          </a:xfrm>
        </p:spPr>
        <p:txBody>
          <a:bodyPr/>
          <a:lstStyle/>
          <a:p>
            <a:r>
              <a:rPr lang="en-US" sz="1800" dirty="0"/>
              <a:t>Initial Orbit Determination (IOD) plays vital role in building and maintaining the Space Object Catalogue such as </a:t>
            </a:r>
            <a:r>
              <a:rPr lang="en-US" sz="1800" dirty="0">
                <a:ea typeface="+mn-lt"/>
                <a:cs typeface="+mn-lt"/>
              </a:rPr>
              <a:t>ESA DISCOS</a:t>
            </a:r>
            <a:r>
              <a:rPr lang="en-US" sz="1800" dirty="0"/>
              <a:t> for the Space Situational Awareness (SSA) </a:t>
            </a:r>
            <a:endParaRPr lang="en-US" sz="1800" dirty="0"/>
          </a:p>
          <a:p>
            <a:r>
              <a:rPr lang="en-US" sz="1800" dirty="0"/>
              <a:t>The </a:t>
            </a:r>
            <a:r>
              <a:rPr lang="en-US" sz="1800" b="1" dirty="0"/>
              <a:t>primary motivation : efficient and accurate tracking of space objects for safety</a:t>
            </a:r>
            <a:r>
              <a:rPr lang="en-US" sz="1800" dirty="0"/>
              <a:t>. </a:t>
            </a:r>
            <a:endParaRPr lang="en-US" sz="1800" dirty="0"/>
          </a:p>
        </p:txBody>
      </p:sp>
      <p:pic>
        <p:nvPicPr>
          <p:cNvPr id="4" name="Picture 3"/>
          <p:cNvPicPr>
            <a:picLocks noChangeAspect="1"/>
          </p:cNvPicPr>
          <p:nvPr/>
        </p:nvPicPr>
        <p:blipFill>
          <a:blip r:embed="rId1"/>
          <a:stretch>
            <a:fillRect/>
          </a:stretch>
        </p:blipFill>
        <p:spPr>
          <a:xfrm>
            <a:off x="5874060" y="2062376"/>
            <a:ext cx="6225265" cy="2971698"/>
          </a:xfrm>
          <a:prstGeom prst="rect">
            <a:avLst/>
          </a:prstGeom>
        </p:spPr>
      </p:pic>
      <p:sp>
        <p:nvSpPr>
          <p:cNvPr id="5" name="TextBox 4"/>
          <p:cNvSpPr txBox="1"/>
          <p:nvPr/>
        </p:nvSpPr>
        <p:spPr>
          <a:xfrm>
            <a:off x="6813619" y="5043715"/>
            <a:ext cx="4455066" cy="307777"/>
          </a:xfrm>
          <a:prstGeom prst="rect">
            <a:avLst/>
          </a:prstGeom>
          <a:noFill/>
          <a:ln w="3175">
            <a:noFill/>
          </a:ln>
        </p:spPr>
        <p:txBody>
          <a:bodyPr wrap="none" rtlCol="0">
            <a:spAutoFit/>
          </a:bodyPr>
          <a:lstStyle/>
          <a:p>
            <a:r>
              <a:rPr lang="en-US" b="0" dirty="0">
                <a:latin typeface="+mn-lt"/>
              </a:rPr>
              <a:t>Source: https://sdup.esoc.esa.int/discosweb/statistics/</a:t>
            </a:r>
            <a:endParaRPr lang="en-US" b="0" dirty="0">
              <a:latin typeface="+mn-lt"/>
            </a:endParaRPr>
          </a:p>
        </p:txBody>
      </p:sp>
      <p:sp>
        <p:nvSpPr>
          <p:cNvPr id="10" name="TextBox 9"/>
          <p:cNvSpPr txBox="1"/>
          <p:nvPr/>
        </p:nvSpPr>
        <p:spPr>
          <a:xfrm flipH="1">
            <a:off x="5874060" y="5589607"/>
            <a:ext cx="6334184" cy="584775"/>
          </a:xfrm>
          <a:prstGeom prst="rect">
            <a:avLst/>
          </a:prstGeom>
          <a:noFill/>
        </p:spPr>
        <p:txBody>
          <a:bodyPr wrap="square" rtlCol="0">
            <a:spAutoFit/>
          </a:bodyPr>
          <a:lstStyle/>
          <a:p>
            <a:pPr marL="285750" indent="-285750">
              <a:buFont typeface="Arial" panose="020B0604020202020204" pitchFamily="34" charset="0"/>
              <a:buChar char="•"/>
            </a:pPr>
            <a:r>
              <a:rPr lang="en-US" sz="1600" b="0" dirty="0">
                <a:latin typeface="+mn-lt"/>
              </a:rPr>
              <a:t>Estimated number of break-ups, </a:t>
            </a:r>
            <a:r>
              <a:rPr lang="en-US" sz="1600" dirty="0">
                <a:latin typeface="+mn-lt"/>
              </a:rPr>
              <a:t>explosions,  collisions</a:t>
            </a:r>
            <a:r>
              <a:rPr lang="en-US" sz="1600" b="0" dirty="0">
                <a:latin typeface="+mn-lt"/>
              </a:rPr>
              <a:t>, or anomalous events resulting in fragmentation </a:t>
            </a:r>
            <a:r>
              <a:rPr lang="en-US" sz="1600" dirty="0">
                <a:latin typeface="+mn-lt"/>
              </a:rPr>
              <a:t>is more than 650</a:t>
            </a:r>
            <a:r>
              <a:rPr lang="en-US" sz="1600" b="0" dirty="0">
                <a:latin typeface="+mn-lt"/>
              </a:rPr>
              <a:t>.</a:t>
            </a:r>
            <a:endParaRPr lang="en-US" sz="1600" b="0" dirty="0">
              <a:latin typeface="+mn-lt"/>
            </a:endParaRPr>
          </a:p>
        </p:txBody>
      </p:sp>
      <p:sp>
        <p:nvSpPr>
          <p:cNvPr id="6" name="Rectangle 5"/>
          <p:cNvSpPr/>
          <p:nvPr/>
        </p:nvSpPr>
        <p:spPr>
          <a:xfrm>
            <a:off x="396025" y="2443070"/>
            <a:ext cx="5167747" cy="3222421"/>
          </a:xfrm>
          <a:prstGeom prst="rect">
            <a:avLst/>
          </a:prstGeom>
        </p:spPr>
        <p:txBody>
          <a:bodyPr wrap="square">
            <a:spAutoFit/>
          </a:bodyPr>
          <a:lstStyle/>
          <a:p>
            <a:pPr lvl="0" algn="just" defTabSz="622300">
              <a:lnSpc>
                <a:spcPct val="90000"/>
              </a:lnSpc>
              <a:spcAft>
                <a:spcPct val="35000"/>
              </a:spcAft>
            </a:pPr>
            <a:r>
              <a:rPr lang="en-US" sz="1800" dirty="0">
                <a:latin typeface="+mn-lt"/>
              </a:rPr>
              <a:t>Problem statement:</a:t>
            </a:r>
            <a:r>
              <a:rPr lang="en-US" sz="1800" b="0" dirty="0">
                <a:latin typeface="+mn-lt"/>
              </a:rPr>
              <a:t> </a:t>
            </a:r>
            <a:endParaRPr lang="en-US" sz="1800" b="0" dirty="0">
              <a:latin typeface="+mn-lt"/>
            </a:endParaRPr>
          </a:p>
          <a:p>
            <a:pPr marL="285750" indent="-285750" algn="just" defTabSz="622300">
              <a:lnSpc>
                <a:spcPct val="90000"/>
              </a:lnSpc>
              <a:spcAft>
                <a:spcPct val="35000"/>
              </a:spcAft>
              <a:buFont typeface="Wingdings" panose="05000000000000000000" pitchFamily="2" charset="2"/>
              <a:buChar char="§"/>
            </a:pPr>
            <a:r>
              <a:rPr lang="de-DE" sz="1800" b="0" dirty="0">
                <a:latin typeface="+mn-lt"/>
              </a:rPr>
              <a:t>Traditional methods (ex: Guass, Laplace) are </a:t>
            </a:r>
            <a:r>
              <a:rPr lang="de-DE" sz="1800" dirty="0">
                <a:latin typeface="+mn-lt"/>
              </a:rPr>
              <a:t>sensitive to noise &amp; require good initial guess</a:t>
            </a:r>
            <a:r>
              <a:rPr lang="de-DE" sz="1800" b="0" dirty="0">
                <a:latin typeface="+mn-lt"/>
              </a:rPr>
              <a:t>[1].</a:t>
            </a:r>
            <a:endParaRPr lang="de-DE" sz="1800" b="0" dirty="0">
              <a:latin typeface="+mn-lt"/>
            </a:endParaRPr>
          </a:p>
          <a:p>
            <a:pPr marL="285750" indent="-285750" algn="just" defTabSz="622300">
              <a:lnSpc>
                <a:spcPct val="90000"/>
              </a:lnSpc>
              <a:spcAft>
                <a:spcPct val="35000"/>
              </a:spcAft>
              <a:buFont typeface="Wingdings" panose="05000000000000000000" pitchFamily="2" charset="2"/>
              <a:buChar char="§"/>
            </a:pPr>
            <a:r>
              <a:rPr lang="en-US" sz="1800" dirty="0">
                <a:solidFill>
                  <a:srgbClr val="000000"/>
                </a:solidFill>
                <a:latin typeface="Arial" panose="020B0604020202020204"/>
              </a:rPr>
              <a:t>orbital state information</a:t>
            </a:r>
            <a:r>
              <a:rPr lang="en-US" sz="1800" b="0" dirty="0">
                <a:solidFill>
                  <a:srgbClr val="000000"/>
                </a:solidFill>
                <a:latin typeface="Arial" panose="020B0604020202020204"/>
              </a:rPr>
              <a:t> is missing in optical observations dataset. </a:t>
            </a:r>
            <a:endParaRPr lang="en-US" sz="1800" b="0" dirty="0">
              <a:solidFill>
                <a:srgbClr val="000000"/>
              </a:solidFill>
              <a:latin typeface="Arial" panose="020B0604020202020204"/>
            </a:endParaRPr>
          </a:p>
          <a:p>
            <a:pPr marL="285750" indent="-285750" algn="just" defTabSz="622300">
              <a:lnSpc>
                <a:spcPct val="90000"/>
              </a:lnSpc>
              <a:spcAft>
                <a:spcPct val="35000"/>
              </a:spcAft>
              <a:buFont typeface="Wingdings" panose="05000000000000000000" pitchFamily="2" charset="2"/>
              <a:buChar char="§"/>
            </a:pPr>
            <a:r>
              <a:rPr lang="en-US" sz="1800" b="0" dirty="0">
                <a:solidFill>
                  <a:srgbClr val="000000"/>
                </a:solidFill>
                <a:latin typeface="Arial" panose="020B0604020202020204"/>
              </a:rPr>
              <a:t>Goal is </a:t>
            </a:r>
            <a:r>
              <a:rPr lang="en-US" sz="1800" dirty="0">
                <a:solidFill>
                  <a:srgbClr val="000000"/>
                </a:solidFill>
                <a:latin typeface="Arial" panose="020B0604020202020204"/>
              </a:rPr>
              <a:t>to perform initial orbit determination of angles-only space objects measurements with a well-trained neural network model</a:t>
            </a:r>
            <a:r>
              <a:rPr lang="en-US" sz="1800" b="0" dirty="0">
                <a:solidFill>
                  <a:srgbClr val="000000"/>
                </a:solidFill>
                <a:latin typeface="Arial" panose="020B0604020202020204"/>
              </a:rPr>
              <a:t>.</a:t>
            </a:r>
            <a:endParaRPr lang="en-US" sz="1800" b="0" dirty="0">
              <a:solidFill>
                <a:srgbClr val="000000"/>
              </a:solidFill>
              <a:latin typeface="Arial" panose="020B0604020202020204"/>
            </a:endParaRPr>
          </a:p>
          <a:p>
            <a:pPr marL="285750" indent="-285750" algn="just" defTabSz="622300">
              <a:lnSpc>
                <a:spcPct val="90000"/>
              </a:lnSpc>
              <a:spcAft>
                <a:spcPct val="35000"/>
              </a:spcAft>
              <a:buFont typeface="Wingdings" panose="05000000000000000000" pitchFamily="2" charset="2"/>
              <a:buChar char="§"/>
            </a:pPr>
            <a:endParaRPr lang="de-DE" sz="1800" b="0" dirty="0">
              <a:latin typeface="+mn-lt"/>
            </a:endParaRPr>
          </a:p>
        </p:txBody>
      </p:sp>
      <p:pic>
        <p:nvPicPr>
          <p:cNvPr id="8" name="Picture 7"/>
          <p:cNvPicPr>
            <a:picLocks noChangeAspect="1"/>
          </p:cNvPicPr>
          <p:nvPr/>
        </p:nvPicPr>
        <p:blipFill>
          <a:blip r:embed="rId2"/>
          <a:stretch>
            <a:fillRect/>
          </a:stretch>
        </p:blipFill>
        <p:spPr>
          <a:xfrm>
            <a:off x="2979898" y="5007205"/>
            <a:ext cx="1008112" cy="14293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384" y="116632"/>
            <a:ext cx="10657417" cy="646112"/>
          </a:xfrm>
        </p:spPr>
        <p:txBody>
          <a:bodyPr/>
          <a:lstStyle/>
          <a:p>
            <a:r>
              <a:rPr lang="en-US" sz="2800" dirty="0"/>
              <a:t>Neural Networks</a:t>
            </a:r>
            <a:endParaRPr lang="en-US" sz="2800" dirty="0"/>
          </a:p>
        </p:txBody>
      </p:sp>
      <p:sp>
        <p:nvSpPr>
          <p:cNvPr id="3" name="Text Placeholder 2"/>
          <p:cNvSpPr>
            <a:spLocks noGrp="1"/>
          </p:cNvSpPr>
          <p:nvPr>
            <p:ph type="body" sz="quarter" idx="10"/>
          </p:nvPr>
        </p:nvSpPr>
        <p:spPr/>
        <p:txBody>
          <a:bodyPr/>
          <a:lstStyle/>
          <a:p>
            <a:r>
              <a:rPr lang="en-US" dirty="0"/>
              <a:t>Neural networks are computational models that mimic the way biological neural networks in the human brain process information. </a:t>
            </a:r>
            <a:endParaRPr lang="en-US" dirty="0"/>
          </a:p>
          <a:p>
            <a:r>
              <a:rPr lang="en-US" dirty="0"/>
              <a:t>Neural networks consist of layers of neurons that transform the input data into meaningful outputs through a series of mathematical operations.</a:t>
            </a:r>
            <a:endParaRPr lang="en-US" dirty="0"/>
          </a:p>
          <a:p>
            <a:r>
              <a:rPr lang="en-US" dirty="0"/>
              <a:t>Types of neural networks</a:t>
            </a:r>
            <a:endParaRPr lang="en-US" dirty="0"/>
          </a:p>
          <a:p>
            <a:pPr lvl="1"/>
            <a:r>
              <a:rPr lang="en-US" dirty="0"/>
              <a:t>Feedforward Neural Network (FNN) : Multilayer Perceptron (MLP)</a:t>
            </a:r>
            <a:endParaRPr lang="en-US" dirty="0"/>
          </a:p>
          <a:p>
            <a:pPr lvl="1"/>
            <a:r>
              <a:rPr lang="en-US" dirty="0"/>
              <a:t>Recurrent Neural Network (RNN) : Long Short Term Memory (LSTM)</a:t>
            </a:r>
            <a:endParaRPr lang="en-US" dirty="0"/>
          </a:p>
          <a:p>
            <a:pPr lvl="1"/>
            <a:r>
              <a:rPr lang="en-US" dirty="0"/>
              <a:t>Convolutional Neural Network (CNN)</a:t>
            </a:r>
            <a:endParaRPr lang="en-US" dirty="0"/>
          </a:p>
          <a:p>
            <a:pPr lvl="1"/>
            <a:r>
              <a:rPr lang="en-US" dirty="0"/>
              <a:t>Generative Adversarial Network (GAN)</a:t>
            </a:r>
            <a:endParaRPr lang="en-US" dirty="0"/>
          </a:p>
          <a:p>
            <a:pPr lvl="1"/>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bwMode="auto">
          <a:xfrm>
            <a:off x="623392" y="2636912"/>
            <a:ext cx="10657417" cy="1224136"/>
          </a:xfrm>
          <a:prstGeom prst="rect">
            <a:avLst/>
          </a:prstGeom>
          <a:noFill/>
          <a:ln w="9525">
            <a:noFill/>
            <a:miter lim="800000"/>
          </a:ln>
          <a:effectLst/>
        </p:spPr>
        <p:txBody>
          <a:bodyPr vert="horz" wrap="square" lIns="92075" tIns="46038" rIns="92075" bIns="46038" numCol="1" anchor="ctr" anchorCtr="0" compatLnSpc="1"/>
          <a:lstStyle>
            <a:lvl1pPr algn="ctr" rtl="0" eaLnBrk="1" fontAlgn="base" hangingPunct="1">
              <a:spcBef>
                <a:spcPct val="0"/>
              </a:spcBef>
              <a:spcAft>
                <a:spcPct val="0"/>
              </a:spcAft>
              <a:defRPr sz="2600" b="1">
                <a:solidFill>
                  <a:srgbClr val="063D79"/>
                </a:solidFill>
                <a:latin typeface="+mj-lt"/>
                <a:ea typeface="+mj-ea"/>
                <a:cs typeface="+mj-cs"/>
              </a:defRPr>
            </a:lvl1pPr>
            <a:lvl2pPr algn="ctr" rtl="0" eaLnBrk="1" fontAlgn="base" hangingPunct="1">
              <a:spcBef>
                <a:spcPct val="0"/>
              </a:spcBef>
              <a:spcAft>
                <a:spcPct val="0"/>
              </a:spcAft>
              <a:defRPr sz="2600" b="1">
                <a:solidFill>
                  <a:srgbClr val="063D79"/>
                </a:solidFill>
                <a:latin typeface="Arial" panose="020B0604020202020204" pitchFamily="34" charset="0"/>
              </a:defRPr>
            </a:lvl2pPr>
            <a:lvl3pPr algn="ctr" rtl="0" eaLnBrk="1" fontAlgn="base" hangingPunct="1">
              <a:spcBef>
                <a:spcPct val="0"/>
              </a:spcBef>
              <a:spcAft>
                <a:spcPct val="0"/>
              </a:spcAft>
              <a:defRPr sz="2600" b="1">
                <a:solidFill>
                  <a:srgbClr val="063D79"/>
                </a:solidFill>
                <a:latin typeface="Arial" panose="020B0604020202020204" pitchFamily="34" charset="0"/>
              </a:defRPr>
            </a:lvl3pPr>
            <a:lvl4pPr algn="ctr" rtl="0" eaLnBrk="1" fontAlgn="base" hangingPunct="1">
              <a:spcBef>
                <a:spcPct val="0"/>
              </a:spcBef>
              <a:spcAft>
                <a:spcPct val="0"/>
              </a:spcAft>
              <a:defRPr sz="2600" b="1">
                <a:solidFill>
                  <a:srgbClr val="063D79"/>
                </a:solidFill>
                <a:latin typeface="Arial" panose="020B0604020202020204" pitchFamily="34" charset="0"/>
              </a:defRPr>
            </a:lvl4pPr>
            <a:lvl5pPr algn="ctr" rtl="0" eaLnBrk="1" fontAlgn="base" hangingPunct="1">
              <a:spcBef>
                <a:spcPct val="0"/>
              </a:spcBef>
              <a:spcAft>
                <a:spcPct val="0"/>
              </a:spcAft>
              <a:defRPr sz="2600" b="1">
                <a:solidFill>
                  <a:srgbClr val="063D79"/>
                </a:solidFill>
                <a:latin typeface="Arial" panose="020B0604020202020204" pitchFamily="34" charset="0"/>
              </a:defRPr>
            </a:lvl5pPr>
            <a:lvl6pPr marL="457200" algn="ctr" rtl="0" eaLnBrk="1" fontAlgn="base" hangingPunct="1">
              <a:spcBef>
                <a:spcPct val="0"/>
              </a:spcBef>
              <a:spcAft>
                <a:spcPct val="0"/>
              </a:spcAft>
              <a:defRPr sz="2600" b="1">
                <a:solidFill>
                  <a:srgbClr val="063D79"/>
                </a:solidFill>
                <a:latin typeface="Arial" panose="020B0604020202020204" pitchFamily="34" charset="0"/>
              </a:defRPr>
            </a:lvl6pPr>
            <a:lvl7pPr marL="914400" algn="ctr" rtl="0" eaLnBrk="1" fontAlgn="base" hangingPunct="1">
              <a:spcBef>
                <a:spcPct val="0"/>
              </a:spcBef>
              <a:spcAft>
                <a:spcPct val="0"/>
              </a:spcAft>
              <a:defRPr sz="2600" b="1">
                <a:solidFill>
                  <a:srgbClr val="063D79"/>
                </a:solidFill>
                <a:latin typeface="Arial" panose="020B0604020202020204" pitchFamily="34" charset="0"/>
              </a:defRPr>
            </a:lvl7pPr>
            <a:lvl8pPr marL="1371600" algn="ctr" rtl="0" eaLnBrk="1" fontAlgn="base" hangingPunct="1">
              <a:spcBef>
                <a:spcPct val="0"/>
              </a:spcBef>
              <a:spcAft>
                <a:spcPct val="0"/>
              </a:spcAft>
              <a:defRPr sz="2600" b="1">
                <a:solidFill>
                  <a:srgbClr val="063D79"/>
                </a:solidFill>
                <a:latin typeface="Arial" panose="020B0604020202020204" pitchFamily="34" charset="0"/>
              </a:defRPr>
            </a:lvl8pPr>
            <a:lvl9pPr marL="1828800" algn="ctr" rtl="0" eaLnBrk="1" fontAlgn="base" hangingPunct="1">
              <a:spcBef>
                <a:spcPct val="0"/>
              </a:spcBef>
              <a:spcAft>
                <a:spcPct val="0"/>
              </a:spcAft>
              <a:defRPr sz="2600" b="1">
                <a:solidFill>
                  <a:srgbClr val="063D79"/>
                </a:solidFill>
                <a:latin typeface="Arial" panose="020B0604020202020204" pitchFamily="34" charset="0"/>
              </a:defRPr>
            </a:lvl9pPr>
          </a:lstStyle>
          <a:p>
            <a:r>
              <a:rPr lang="en-US" sz="3600" kern="0" dirty="0"/>
              <a:t>MLP (Multi Layer Perceptron) </a:t>
            </a:r>
            <a:endParaRPr lang="en-US" sz="3600" kern="0" dirty="0"/>
          </a:p>
          <a:p>
            <a:r>
              <a:rPr lang="en-US" sz="3600" kern="0" dirty="0"/>
              <a:t>Model Development</a:t>
            </a:r>
            <a:endParaRPr lang="en-US" sz="3600" kern="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Preprocessing for MLP</a:t>
            </a:r>
            <a:endParaRPr lang="en-IN" dirty="0"/>
          </a:p>
        </p:txBody>
      </p:sp>
      <p:sp>
        <p:nvSpPr>
          <p:cNvPr id="3" name="Text Placeholder 2"/>
          <p:cNvSpPr>
            <a:spLocks noGrp="1"/>
          </p:cNvSpPr>
          <p:nvPr>
            <p:ph type="body" sz="quarter" idx="10"/>
          </p:nvPr>
        </p:nvSpPr>
        <p:spPr>
          <a:xfrm>
            <a:off x="786437" y="874378"/>
            <a:ext cx="10657417" cy="5109244"/>
          </a:xfrm>
        </p:spPr>
        <p:txBody>
          <a:bodyPr/>
          <a:lstStyle/>
          <a:p>
            <a:r>
              <a:rPr lang="en-US" dirty="0"/>
              <a:t>Original source: Simulated ground-based observations of ESA‘s MASTER space object population</a:t>
            </a:r>
            <a:endParaRPr lang="en-US" dirty="0"/>
          </a:p>
          <a:p>
            <a:r>
              <a:rPr lang="en-US" dirty="0"/>
              <a:t>Preprocessing steps:</a:t>
            </a:r>
            <a:endParaRPr lang="en-US" dirty="0"/>
          </a:p>
          <a:p>
            <a:pPr lvl="1"/>
            <a:r>
              <a:rPr lang="en-US" dirty="0"/>
              <a:t>Outliers detection</a:t>
            </a:r>
            <a:endParaRPr lang="en-US" dirty="0"/>
          </a:p>
          <a:p>
            <a:pPr lvl="1"/>
            <a:r>
              <a:rPr lang="en-US" dirty="0"/>
              <a:t>Flatten the data:</a:t>
            </a:r>
            <a:endParaRPr lang="en-US" dirty="0"/>
          </a:p>
          <a:p>
            <a:pPr lvl="2"/>
            <a:r>
              <a:rPr lang="en-US" dirty="0"/>
              <a:t>Group by Track_ID; Pick start, middle, end; Extract [Az, El, Time] for each</a:t>
            </a:r>
            <a:endParaRPr lang="en-US" dirty="0"/>
          </a:p>
          <a:p>
            <a:pPr lvl="2"/>
            <a:r>
              <a:rPr lang="en-US" dirty="0"/>
              <a:t>Merge observations with ground truth</a:t>
            </a:r>
            <a:endParaRPr lang="en-US" dirty="0"/>
          </a:p>
          <a:p>
            <a:pPr lvl="1"/>
            <a:r>
              <a:rPr lang="en-US" dirty="0"/>
              <a:t>Normalized the features (</a:t>
            </a:r>
            <a:r>
              <a:rPr lang="en-IN" dirty="0"/>
              <a:t>Z-Score Normalization</a:t>
            </a:r>
            <a:r>
              <a:rPr lang="en-US" dirty="0"/>
              <a:t>)</a:t>
            </a:r>
            <a:endParaRPr lang="en-US" dirty="0"/>
          </a:p>
          <a:p>
            <a:pPr lvl="2"/>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617019" y="4221088"/>
            <a:ext cx="10951031" cy="20533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diagram of a machine learning process&#10;&#10;AI-generated content may be incorrect."/>
          <p:cNvPicPr>
            <a:picLocks noGrp="1" noChangeAspect="1"/>
          </p:cNvPicPr>
          <p:nvPr>
            <p:ph sz="quarter" idx="4"/>
          </p:nvPr>
        </p:nvPicPr>
        <p:blipFill>
          <a:blip r:embed="rId1">
            <a:extLst>
              <a:ext uri="{28A0092B-C50C-407E-A947-70E740481C1C}">
                <a14:useLocalDpi xmlns:a14="http://schemas.microsoft.com/office/drawing/2010/main" val="0"/>
              </a:ext>
            </a:extLst>
          </a:blip>
          <a:stretch>
            <a:fillRect/>
          </a:stretch>
        </p:blipFill>
        <p:spPr>
          <a:xfrm>
            <a:off x="6816080" y="1243104"/>
            <a:ext cx="5294226" cy="2833967"/>
          </a:xfrm>
        </p:spPr>
      </p:pic>
      <p:sp>
        <p:nvSpPr>
          <p:cNvPr id="2" name="Title 1"/>
          <p:cNvSpPr>
            <a:spLocks noGrp="1"/>
          </p:cNvSpPr>
          <p:nvPr>
            <p:ph type="title"/>
          </p:nvPr>
        </p:nvSpPr>
        <p:spPr/>
        <p:txBody>
          <a:bodyPr/>
          <a:lstStyle/>
          <a:p>
            <a:r>
              <a:rPr lang="en-US" dirty="0"/>
              <a:t>MLP Model Development</a:t>
            </a:r>
            <a:endParaRPr lang="en-IN" dirty="0"/>
          </a:p>
        </p:txBody>
      </p:sp>
      <p:sp>
        <p:nvSpPr>
          <p:cNvPr id="5" name="Text Placeholder 2"/>
          <p:cNvSpPr>
            <a:spLocks noGrp="1"/>
          </p:cNvSpPr>
          <p:nvPr>
            <p:ph type="body" sz="quarter" idx="4294967295"/>
          </p:nvPr>
        </p:nvSpPr>
        <p:spPr>
          <a:xfrm>
            <a:off x="3349623" y="3852168"/>
            <a:ext cx="4104572" cy="1940892"/>
          </a:xfrm>
          <a:prstGeom prst="rect">
            <a:avLst/>
          </a:prstGeom>
        </p:spPr>
        <p:txBody>
          <a:bodyPr/>
          <a:lstStyle/>
          <a:p>
            <a:r>
              <a:rPr lang="en-US" sz="1600" dirty="0"/>
              <a:t>Hyper parameters tuning (from optuna):</a:t>
            </a:r>
            <a:endParaRPr lang="en-US" sz="1600" dirty="0"/>
          </a:p>
          <a:p>
            <a:pPr lvl="1"/>
            <a:r>
              <a:rPr lang="en-US" sz="1600" dirty="0"/>
              <a:t>Hidden layers: 2</a:t>
            </a:r>
            <a:endParaRPr lang="en-US" sz="1600" dirty="0"/>
          </a:p>
          <a:p>
            <a:pPr lvl="1"/>
            <a:r>
              <a:rPr lang="en-US" sz="1600" dirty="0"/>
              <a:t>Hidden units: 176</a:t>
            </a:r>
            <a:endParaRPr lang="en-US" sz="1600" dirty="0"/>
          </a:p>
          <a:p>
            <a:pPr lvl="1"/>
            <a:r>
              <a:rPr lang="en-US" sz="1600" dirty="0"/>
              <a:t>Learning rate: </a:t>
            </a:r>
            <a:r>
              <a:rPr lang="en-IN" sz="1600" dirty="0"/>
              <a:t>0.00962</a:t>
            </a:r>
            <a:endParaRPr lang="en-IN" sz="1600" dirty="0"/>
          </a:p>
          <a:p>
            <a:pPr lvl="1"/>
            <a:r>
              <a:rPr lang="en-IN" sz="1600" dirty="0"/>
              <a:t>Dropout rate: 0.158</a:t>
            </a:r>
            <a:endParaRPr lang="en-IN" sz="1600" dirty="0"/>
          </a:p>
          <a:p>
            <a:pPr lvl="1"/>
            <a:r>
              <a:rPr lang="en-IN" sz="1600" dirty="0"/>
              <a:t>Batch size: 32</a:t>
            </a:r>
            <a:endParaRPr lang="en-IN" sz="1600" dirty="0"/>
          </a:p>
        </p:txBody>
      </p:sp>
      <p:sp>
        <p:nvSpPr>
          <p:cNvPr id="6" name="Text Placeholder 2"/>
          <p:cNvSpPr>
            <a:spLocks noGrp="1"/>
          </p:cNvSpPr>
          <p:nvPr>
            <p:ph type="body" sz="quarter" idx="4294967295"/>
          </p:nvPr>
        </p:nvSpPr>
        <p:spPr>
          <a:xfrm>
            <a:off x="218389" y="3915298"/>
            <a:ext cx="5328710" cy="1814633"/>
          </a:xfrm>
          <a:prstGeom prst="rect">
            <a:avLst/>
          </a:prstGeom>
        </p:spPr>
        <p:txBody>
          <a:bodyPr/>
          <a:lstStyle/>
          <a:p>
            <a:r>
              <a:rPr lang="en-IN" sz="1600" dirty="0"/>
              <a:t>MLP Architecture: </a:t>
            </a:r>
            <a:endParaRPr lang="en-IN" sz="1600" dirty="0"/>
          </a:p>
          <a:p>
            <a:pPr lvl="1"/>
            <a:r>
              <a:rPr lang="en-IN" sz="1600" dirty="0"/>
              <a:t>Activation function: ReLU</a:t>
            </a:r>
            <a:endParaRPr lang="en-IN" sz="1600" dirty="0"/>
          </a:p>
          <a:p>
            <a:pPr lvl="1"/>
            <a:r>
              <a:rPr lang="en-IN" sz="1600" dirty="0"/>
              <a:t>Optimizer: Adam</a:t>
            </a:r>
            <a:endParaRPr lang="en-IN" sz="1600" dirty="0"/>
          </a:p>
          <a:p>
            <a:pPr lvl="1"/>
            <a:r>
              <a:rPr lang="en-IN" sz="1600" dirty="0"/>
              <a:t>Loss function: MSE</a:t>
            </a:r>
            <a:endParaRPr lang="en-IN" sz="1600" dirty="0"/>
          </a:p>
        </p:txBody>
      </p:sp>
      <p:graphicFrame>
        <p:nvGraphicFramePr>
          <p:cNvPr id="3" name="Table 2"/>
          <p:cNvGraphicFramePr>
            <a:graphicFrameLocks noGrp="1"/>
          </p:cNvGraphicFramePr>
          <p:nvPr/>
        </p:nvGraphicFramePr>
        <p:xfrm>
          <a:off x="312700" y="1365142"/>
          <a:ext cx="6345664" cy="1381960"/>
        </p:xfrm>
        <a:graphic>
          <a:graphicData uri="http://schemas.openxmlformats.org/drawingml/2006/table">
            <a:tbl>
              <a:tblPr firstRow="1" bandRow="1">
                <a:tableStyleId>{5C22544A-7EE6-4342-B048-85BDC9FD1C3A}</a:tableStyleId>
              </a:tblPr>
              <a:tblGrid>
                <a:gridCol w="3106036"/>
                <a:gridCol w="3239628"/>
              </a:tblGrid>
              <a:tr h="345490">
                <a:tc>
                  <a:txBody>
                    <a:bodyPr/>
                    <a:lstStyle/>
                    <a:p>
                      <a:pPr algn="ctr"/>
                      <a:r>
                        <a:rPr lang="en-US" sz="1600" dirty="0"/>
                        <a:t>Input (9 </a:t>
                      </a:r>
                      <a:r>
                        <a:rPr lang="en-IN" sz="1600" dirty="0"/>
                        <a:t>Features</a:t>
                      </a:r>
                      <a:r>
                        <a:rPr lang="en-US" sz="1600" dirty="0"/>
                        <a:t>)</a:t>
                      </a:r>
                      <a:endParaRPr lang="en-US" sz="1600" dirty="0"/>
                    </a:p>
                  </a:txBody>
                  <a:tcPr/>
                </a:tc>
                <a:tc>
                  <a:txBody>
                    <a:bodyPr/>
                    <a:lstStyle/>
                    <a:p>
                      <a:pPr algn="ctr"/>
                      <a:r>
                        <a:rPr lang="en-US" sz="1600" dirty="0"/>
                        <a:t>Output (6D </a:t>
                      </a:r>
                      <a:r>
                        <a:rPr lang="en-IN" sz="1600" dirty="0"/>
                        <a:t>State vector</a:t>
                      </a:r>
                      <a:r>
                        <a:rPr lang="en-US" sz="1600" dirty="0"/>
                        <a:t>)</a:t>
                      </a:r>
                      <a:endParaRPr lang="en-US" sz="1600" dirty="0"/>
                    </a:p>
                  </a:txBody>
                  <a:tcPr/>
                </a:tc>
              </a:tr>
              <a:tr h="345490">
                <a:tc>
                  <a:txBody>
                    <a:bodyPr/>
                    <a:lstStyle/>
                    <a:p>
                      <a:pPr algn="ctr"/>
                      <a:r>
                        <a:rPr lang="en-IN" sz="1600" dirty="0"/>
                        <a:t>start_time, start_el, start_az</a:t>
                      </a:r>
                      <a:endParaRPr lang="en-US" sz="1600" dirty="0"/>
                    </a:p>
                  </a:txBody>
                  <a:tcPr/>
                </a:tc>
                <a:tc rowSpan="3">
                  <a:txBody>
                    <a:bodyPr/>
                    <a:lstStyle/>
                    <a:p>
                      <a:pPr marL="0" marR="0" lvl="1" indent="0" algn="ctr" defTabSz="914400" rtl="0" eaLnBrk="1" fontAlgn="auto" latinLnBrk="0" hangingPunct="1">
                        <a:lnSpc>
                          <a:spcPct val="100000"/>
                        </a:lnSpc>
                        <a:spcBef>
                          <a:spcPts val="0"/>
                        </a:spcBef>
                        <a:spcAft>
                          <a:spcPts val="0"/>
                        </a:spcAft>
                        <a:buClrTx/>
                        <a:buSzTx/>
                        <a:buFontTx/>
                        <a:buNone/>
                        <a:defRPr/>
                      </a:pPr>
                      <a:r>
                        <a:rPr lang="en-IN" sz="1600" dirty="0"/>
                        <a:t>Position Vectors (r_x, r_y, r_z,) Velocity Vectors ( v_x, v_y, v_z)</a:t>
                      </a:r>
                      <a:endParaRPr lang="en-IN" sz="1600" dirty="0"/>
                    </a:p>
                  </a:txBody>
                  <a:tcPr anchor="ctr"/>
                </a:tc>
              </a:tr>
              <a:tr h="345490">
                <a:tc>
                  <a:txBody>
                    <a:bodyPr/>
                    <a:lstStyle/>
                    <a:p>
                      <a:pPr algn="ctr"/>
                      <a:r>
                        <a:rPr lang="en-IN" sz="1600" dirty="0"/>
                        <a:t>mid_time, mid_el, mid_az</a:t>
                      </a:r>
                      <a:endParaRPr lang="en-US" sz="1600" dirty="0"/>
                    </a:p>
                  </a:txBody>
                  <a:tcPr/>
                </a:tc>
                <a:tc vMerge="1">
                  <a:tcPr/>
                </a:tc>
              </a:tr>
              <a:tr h="345490">
                <a:tc>
                  <a:txBody>
                    <a:bodyPr/>
                    <a:lstStyle/>
                    <a:p>
                      <a:pPr algn="ctr"/>
                      <a:r>
                        <a:rPr lang="en-IN" sz="1600" dirty="0"/>
                        <a:t>end_time, end_el, end_az</a:t>
                      </a:r>
                      <a:endParaRPr lang="en-US" sz="1600" dirty="0"/>
                    </a:p>
                  </a:txBody>
                  <a:tcPr/>
                </a:tc>
                <a:tc vMerge="1">
                  <a:tcPr/>
                </a:tc>
              </a:tr>
            </a:tbl>
          </a:graphicData>
        </a:graphic>
      </p:graphicFrame>
      <p:sp>
        <p:nvSpPr>
          <p:cNvPr id="4" name="TextBox 3"/>
          <p:cNvSpPr txBox="1"/>
          <p:nvPr/>
        </p:nvSpPr>
        <p:spPr>
          <a:xfrm>
            <a:off x="7608168" y="4249655"/>
            <a:ext cx="4007768" cy="769441"/>
          </a:xfrm>
          <a:prstGeom prst="rect">
            <a:avLst/>
          </a:prstGeom>
          <a:noFill/>
        </p:spPr>
        <p:txBody>
          <a:bodyPr wrap="square" rtlCol="0">
            <a:spAutoFit/>
          </a:bodyPr>
          <a:lstStyle/>
          <a:p>
            <a:r>
              <a:rPr lang="en-US" sz="1100" b="0" dirty="0">
                <a:latin typeface="+mn-lt"/>
              </a:rPr>
              <a:t>Source: https://www.researchgate.net/publication/354817375_Modeling_the_fluctuations_of_groundwater_level_by_employing_ensemble_deep_learning_techniques#fullTextFileContent</a:t>
            </a:r>
            <a:endParaRPr lang="en-US" sz="1100" b="0" dirty="0">
              <a:latin typeface="+mn-lt"/>
            </a:endParaRPr>
          </a:p>
        </p:txBody>
      </p:sp>
      <p:sp>
        <p:nvSpPr>
          <p:cNvPr id="8" name="Content Placeholder 7"/>
          <p:cNvSpPr>
            <a:spLocks noGrp="1"/>
          </p:cNvSpPr>
          <p:nvPr>
            <p:ph sz="half" idx="2"/>
          </p:nvPr>
        </p:nvSpPr>
        <p:spPr>
          <a:xfrm>
            <a:off x="312700" y="3247995"/>
            <a:ext cx="5386917" cy="482182"/>
          </a:xfrm>
        </p:spPr>
        <p:txBody>
          <a:bodyPr/>
          <a:lstStyle/>
          <a:p>
            <a:pPr marL="285750" indent="-285750">
              <a:buFont typeface="Wingdings" panose="05000000000000000000" pitchFamily="2" charset="2"/>
              <a:buChar char="Ø"/>
            </a:pPr>
            <a:r>
              <a:rPr lang="en-US" sz="1600" dirty="0"/>
              <a:t>Data Split: 80:20</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5440" y="2492896"/>
            <a:ext cx="10657417" cy="1368152"/>
          </a:xfrm>
        </p:spPr>
        <p:txBody>
          <a:bodyPr/>
          <a:lstStyle/>
          <a:p>
            <a:r>
              <a:rPr lang="en-US" sz="3600" dirty="0"/>
              <a:t>LSTM (Long Short-Term Memory) </a:t>
            </a:r>
            <a:br>
              <a:rPr lang="en-US" sz="3600" dirty="0"/>
            </a:br>
            <a:r>
              <a:rPr lang="en-US" sz="3600" dirty="0"/>
              <a:t>Model Development</a:t>
            </a:r>
            <a:endParaRPr lang="en-US" sz="3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Preprocessing for LSTM</a:t>
            </a:r>
            <a:endParaRPr lang="en-US" dirty="0"/>
          </a:p>
        </p:txBody>
      </p:sp>
      <p:sp>
        <p:nvSpPr>
          <p:cNvPr id="3" name="Text Placeholder 2"/>
          <p:cNvSpPr>
            <a:spLocks noGrp="1"/>
          </p:cNvSpPr>
          <p:nvPr>
            <p:ph type="body" sz="quarter" idx="10"/>
          </p:nvPr>
        </p:nvSpPr>
        <p:spPr>
          <a:xfrm>
            <a:off x="32501" y="3356992"/>
            <a:ext cx="10657417" cy="2684264"/>
          </a:xfrm>
        </p:spPr>
        <p:txBody>
          <a:bodyPr/>
          <a:lstStyle/>
          <a:p>
            <a:r>
              <a:rPr lang="en-US" sz="1400" dirty="0"/>
              <a:t>Original source: Simulated ground-based observations of ESA‘s MASTER space object population</a:t>
            </a:r>
            <a:endParaRPr lang="en-US" sz="1400" dirty="0"/>
          </a:p>
          <a:p>
            <a:r>
              <a:rPr lang="en-US" sz="1400" dirty="0"/>
              <a:t>Preprocessing steps:</a:t>
            </a:r>
            <a:endParaRPr lang="en-US" sz="1400" dirty="0"/>
          </a:p>
          <a:p>
            <a:pPr lvl="1"/>
            <a:r>
              <a:rPr lang="en-US" sz="1400" dirty="0"/>
              <a:t>Outliers detection</a:t>
            </a:r>
            <a:endParaRPr lang="en-US" sz="1400" dirty="0"/>
          </a:p>
          <a:p>
            <a:pPr lvl="1"/>
            <a:r>
              <a:rPr lang="en-US" sz="1400" dirty="0"/>
              <a:t>Grouping the data:</a:t>
            </a:r>
            <a:endParaRPr lang="en-US" sz="1400" dirty="0"/>
          </a:p>
          <a:p>
            <a:pPr lvl="2"/>
            <a:r>
              <a:rPr lang="en-US" sz="1400" dirty="0"/>
              <a:t>Group by Track_ID; Extract </a:t>
            </a:r>
            <a:r>
              <a:rPr lang="en-US" sz="1400" dirty="0" err="1"/>
              <a:t>Az</a:t>
            </a:r>
            <a:r>
              <a:rPr lang="en-US" sz="1400" dirty="0"/>
              <a:t>, El, Time (MJD) for each </a:t>
            </a:r>
            <a:endParaRPr lang="en-US" sz="1400" dirty="0"/>
          </a:p>
          <a:p>
            <a:pPr lvl="2"/>
            <a:r>
              <a:rPr lang="en-US" sz="1400" dirty="0"/>
              <a:t>Sequences are made of Azimuth, Elevation, </a:t>
            </a:r>
            <a:r>
              <a:rPr lang="en-US" sz="1400" dirty="0" err="1"/>
              <a:t>Δt</a:t>
            </a:r>
            <a:r>
              <a:rPr lang="en-US" sz="1400" dirty="0"/>
              <a:t>, scaled and centered</a:t>
            </a:r>
            <a:endParaRPr lang="en-US" sz="1400" dirty="0"/>
          </a:p>
          <a:p>
            <a:pPr lvl="1"/>
            <a:r>
              <a:rPr lang="en-US" sz="1400" dirty="0"/>
              <a:t>Normalized the features (</a:t>
            </a:r>
            <a:r>
              <a:rPr lang="en-IN" sz="1400" dirty="0"/>
              <a:t>Min-max Normalization</a:t>
            </a:r>
            <a:r>
              <a:rPr lang="en-US" sz="1400" dirty="0"/>
              <a:t>)</a:t>
            </a:r>
            <a:endParaRPr lang="en-US" sz="1400" dirty="0"/>
          </a:p>
          <a:p>
            <a:endParaRPr lang="en-US" sz="1400" dirty="0"/>
          </a:p>
        </p:txBody>
      </p:sp>
      <p:pic>
        <p:nvPicPr>
          <p:cNvPr id="6" name="Picture 5"/>
          <p:cNvPicPr>
            <a:picLocks noChangeAspect="1"/>
          </p:cNvPicPr>
          <p:nvPr/>
        </p:nvPicPr>
        <p:blipFill>
          <a:blip r:embed="rId1"/>
          <a:stretch>
            <a:fillRect/>
          </a:stretch>
        </p:blipFill>
        <p:spPr>
          <a:xfrm>
            <a:off x="1" y="695088"/>
            <a:ext cx="12072664" cy="2470437"/>
          </a:xfrm>
          <a:prstGeom prst="rect">
            <a:avLst/>
          </a:prstGeom>
        </p:spPr>
      </p:pic>
      <p:pic>
        <p:nvPicPr>
          <p:cNvPr id="8" name="Picture 7"/>
          <p:cNvPicPr>
            <a:picLocks noChangeAspect="1"/>
          </p:cNvPicPr>
          <p:nvPr/>
        </p:nvPicPr>
        <p:blipFill>
          <a:blip r:embed="rId2"/>
          <a:stretch>
            <a:fillRect/>
          </a:stretch>
        </p:blipFill>
        <p:spPr>
          <a:xfrm>
            <a:off x="8472264" y="4415626"/>
            <a:ext cx="3111381" cy="1628701"/>
          </a:xfrm>
          <a:prstGeom prst="rect">
            <a:avLst/>
          </a:prstGeom>
        </p:spPr>
      </p:pic>
      <p:sp>
        <p:nvSpPr>
          <p:cNvPr id="9" name="TextBox 8"/>
          <p:cNvSpPr txBox="1"/>
          <p:nvPr/>
        </p:nvSpPr>
        <p:spPr>
          <a:xfrm>
            <a:off x="9074808" y="4054882"/>
            <a:ext cx="1906291" cy="338554"/>
          </a:xfrm>
          <a:prstGeom prst="rect">
            <a:avLst/>
          </a:prstGeom>
          <a:noFill/>
          <a:ln w="6350">
            <a:solidFill>
              <a:schemeClr val="tx1"/>
            </a:solidFill>
          </a:ln>
        </p:spPr>
        <p:txBody>
          <a:bodyPr wrap="none" rtlCol="0">
            <a:spAutoFit/>
          </a:bodyPr>
          <a:lstStyle/>
          <a:p>
            <a:r>
              <a:rPr lang="en-US" sz="1600" b="0" dirty="0">
                <a:latin typeface="+mn-lt"/>
              </a:rPr>
              <a:t>Preprocessed data</a:t>
            </a:r>
            <a:endParaRPr lang="en-US" sz="1600" b="0" dirty="0">
              <a:latin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LSTM Model Development</a:t>
            </a:r>
            <a:endParaRPr lang="en-IN" dirty="0"/>
          </a:p>
        </p:txBody>
      </p:sp>
      <p:graphicFrame>
        <p:nvGraphicFramePr>
          <p:cNvPr id="3" name="Table 2"/>
          <p:cNvGraphicFramePr>
            <a:graphicFrameLocks noGrp="1"/>
          </p:cNvGraphicFramePr>
          <p:nvPr/>
        </p:nvGraphicFramePr>
        <p:xfrm>
          <a:off x="6268696" y="4809363"/>
          <a:ext cx="5252432" cy="1371750"/>
        </p:xfrm>
        <a:graphic>
          <a:graphicData uri="http://schemas.openxmlformats.org/drawingml/2006/table">
            <a:tbl>
              <a:tblPr firstRow="1" bandRow="1">
                <a:tableStyleId>{5C22544A-7EE6-4342-B048-85BDC9FD1C3A}</a:tableStyleId>
              </a:tblPr>
              <a:tblGrid>
                <a:gridCol w="2076183"/>
                <a:gridCol w="3176249"/>
              </a:tblGrid>
              <a:tr h="129465">
                <a:tc>
                  <a:txBody>
                    <a:bodyPr/>
                    <a:lstStyle/>
                    <a:p>
                      <a:pPr algn="ctr"/>
                      <a:r>
                        <a:rPr lang="en-US" sz="1600" dirty="0"/>
                        <a:t>Input (3 </a:t>
                      </a:r>
                      <a:r>
                        <a:rPr lang="en-IN" sz="1600" dirty="0"/>
                        <a:t>Features</a:t>
                      </a:r>
                      <a:r>
                        <a:rPr lang="en-US" sz="1600" dirty="0"/>
                        <a:t>)</a:t>
                      </a:r>
                      <a:endParaRPr lang="en-US" sz="1600" dirty="0"/>
                    </a:p>
                  </a:txBody>
                  <a:tcPr/>
                </a:tc>
                <a:tc>
                  <a:txBody>
                    <a:bodyPr/>
                    <a:lstStyle/>
                    <a:p>
                      <a:pPr algn="ctr"/>
                      <a:r>
                        <a:rPr lang="en-US" sz="1600" dirty="0"/>
                        <a:t>Output (6D </a:t>
                      </a:r>
                      <a:r>
                        <a:rPr lang="en-IN" sz="1600" dirty="0"/>
                        <a:t>State vector</a:t>
                      </a:r>
                      <a:r>
                        <a:rPr lang="en-US" sz="1600" dirty="0"/>
                        <a:t>)</a:t>
                      </a:r>
                      <a:endParaRPr lang="en-US" sz="1600" dirty="0"/>
                    </a:p>
                  </a:txBody>
                  <a:tcPr/>
                </a:tc>
              </a:tr>
              <a:tr h="1036470">
                <a:tc>
                  <a:txBody>
                    <a:bodyPr/>
                    <a:lstStyle/>
                    <a:p>
                      <a:pPr lvl="0" algn="ctr"/>
                      <a:r>
                        <a:rPr lang="en-US" sz="1600" dirty="0"/>
                        <a:t>Azimuth, Elevation, Time</a:t>
                      </a:r>
                      <a:endParaRPr lang="en-US" sz="1600" dirty="0"/>
                    </a:p>
                  </a:txBody>
                  <a:tcPr anchor="ctr"/>
                </a:tc>
                <a:tc>
                  <a:txBody>
                    <a:bodyPr/>
                    <a:lstStyle/>
                    <a:p>
                      <a:pPr marL="0" marR="0" lvl="1" indent="0" algn="ctr" defTabSz="914400" rtl="0" eaLnBrk="1" fontAlgn="auto" latinLnBrk="0" hangingPunct="1">
                        <a:lnSpc>
                          <a:spcPct val="100000"/>
                        </a:lnSpc>
                        <a:spcBef>
                          <a:spcPts val="0"/>
                        </a:spcBef>
                        <a:spcAft>
                          <a:spcPts val="0"/>
                        </a:spcAft>
                        <a:buClrTx/>
                        <a:buSzTx/>
                        <a:buFontTx/>
                        <a:buNone/>
                        <a:defRPr/>
                      </a:pPr>
                      <a:r>
                        <a:rPr lang="en-IN" sz="1600" dirty="0"/>
                        <a:t>Position Vectors (r_x, r_y, r_z,) </a:t>
                      </a:r>
                      <a:endParaRPr lang="en-IN" sz="1600" dirty="0"/>
                    </a:p>
                    <a:p>
                      <a:pPr marL="0" marR="0" lvl="1" indent="0" algn="ctr" defTabSz="914400" rtl="0" eaLnBrk="1" fontAlgn="auto" latinLnBrk="0" hangingPunct="1">
                        <a:lnSpc>
                          <a:spcPct val="100000"/>
                        </a:lnSpc>
                        <a:spcBef>
                          <a:spcPts val="0"/>
                        </a:spcBef>
                        <a:spcAft>
                          <a:spcPts val="0"/>
                        </a:spcAft>
                        <a:buClrTx/>
                        <a:buSzTx/>
                        <a:buFontTx/>
                        <a:buNone/>
                        <a:defRPr/>
                      </a:pPr>
                      <a:r>
                        <a:rPr lang="en-IN" sz="1600" dirty="0"/>
                        <a:t>Velocity Vectors ( v_x, v_y, v_z)</a:t>
                      </a:r>
                      <a:endParaRPr lang="en-IN" sz="1600" dirty="0"/>
                    </a:p>
                  </a:txBody>
                  <a:tcPr anchor="ctr"/>
                </a:tc>
              </a:tr>
            </a:tbl>
          </a:graphicData>
        </a:graphic>
      </p:graphicFrame>
      <p:pic>
        <p:nvPicPr>
          <p:cNvPr id="20" name="Picture 1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314571" y="848990"/>
            <a:ext cx="5206557" cy="3471038"/>
          </a:xfrm>
          <a:prstGeom prst="rect">
            <a:avLst/>
          </a:prstGeom>
        </p:spPr>
      </p:pic>
      <p:cxnSp>
        <p:nvCxnSpPr>
          <p:cNvPr id="21" name="Straight Connector 20"/>
          <p:cNvCxnSpPr/>
          <p:nvPr/>
        </p:nvCxnSpPr>
        <p:spPr bwMode="auto">
          <a:xfrm>
            <a:off x="7630218" y="801778"/>
            <a:ext cx="0" cy="3312368"/>
          </a:xfrm>
          <a:prstGeom prst="line">
            <a:avLst/>
          </a:prstGeom>
          <a:solidFill>
            <a:schemeClr val="accent1"/>
          </a:solidFill>
          <a:ln w="28575" cap="flat" cmpd="sng" algn="ctr">
            <a:solidFill>
              <a:srgbClr val="C00000"/>
            </a:solidFill>
            <a:prstDash val="sysDash"/>
            <a:round/>
            <a:headEnd type="none" w="sm" len="sm"/>
            <a:tailEnd type="none" w="sm" len="sm"/>
          </a:ln>
          <a:effectLst/>
        </p:spPr>
      </p:cxnSp>
      <p:cxnSp>
        <p:nvCxnSpPr>
          <p:cNvPr id="22" name="Straight Connector 21"/>
          <p:cNvCxnSpPr/>
          <p:nvPr/>
        </p:nvCxnSpPr>
        <p:spPr bwMode="auto">
          <a:xfrm>
            <a:off x="9017318" y="801778"/>
            <a:ext cx="0" cy="3312368"/>
          </a:xfrm>
          <a:prstGeom prst="line">
            <a:avLst/>
          </a:prstGeom>
          <a:solidFill>
            <a:schemeClr val="accent1"/>
          </a:solidFill>
          <a:ln w="28575" cap="flat" cmpd="sng" algn="ctr">
            <a:solidFill>
              <a:srgbClr val="C00000"/>
            </a:solidFill>
            <a:prstDash val="sysDash"/>
            <a:round/>
            <a:headEnd type="none" w="sm" len="sm"/>
            <a:tailEnd type="none" w="sm" len="sm"/>
          </a:ln>
          <a:effectLst/>
        </p:spPr>
      </p:cxnSp>
      <p:sp>
        <p:nvSpPr>
          <p:cNvPr id="23" name="TextBox 22"/>
          <p:cNvSpPr txBox="1"/>
          <p:nvPr/>
        </p:nvSpPr>
        <p:spPr>
          <a:xfrm>
            <a:off x="6363549" y="791372"/>
            <a:ext cx="1234633" cy="338554"/>
          </a:xfrm>
          <a:prstGeom prst="rect">
            <a:avLst/>
          </a:prstGeom>
          <a:solidFill>
            <a:schemeClr val="accent1">
              <a:lumMod val="20000"/>
              <a:lumOff val="80000"/>
            </a:schemeClr>
          </a:solidFill>
        </p:spPr>
        <p:txBody>
          <a:bodyPr wrap="none" rtlCol="0">
            <a:spAutoFit/>
          </a:bodyPr>
          <a:lstStyle/>
          <a:p>
            <a:r>
              <a:rPr lang="en-US" sz="1600" b="0" dirty="0">
                <a:latin typeface="+mn-lt"/>
              </a:rPr>
              <a:t>Forget gate</a:t>
            </a:r>
            <a:endParaRPr lang="en-US" sz="1600" b="0" dirty="0">
              <a:latin typeface="+mn-lt"/>
            </a:endParaRPr>
          </a:p>
        </p:txBody>
      </p:sp>
      <p:sp>
        <p:nvSpPr>
          <p:cNvPr id="24" name="TextBox 23"/>
          <p:cNvSpPr txBox="1"/>
          <p:nvPr/>
        </p:nvSpPr>
        <p:spPr>
          <a:xfrm>
            <a:off x="7811902" y="804434"/>
            <a:ext cx="1098378" cy="338554"/>
          </a:xfrm>
          <a:prstGeom prst="rect">
            <a:avLst/>
          </a:prstGeom>
          <a:solidFill>
            <a:schemeClr val="accent1">
              <a:lumMod val="20000"/>
              <a:lumOff val="80000"/>
            </a:schemeClr>
          </a:solidFill>
        </p:spPr>
        <p:txBody>
          <a:bodyPr wrap="none" rtlCol="0">
            <a:spAutoFit/>
          </a:bodyPr>
          <a:lstStyle/>
          <a:p>
            <a:r>
              <a:rPr lang="en-US" sz="1600" b="0" dirty="0">
                <a:latin typeface="+mn-lt"/>
              </a:rPr>
              <a:t>Input gate</a:t>
            </a:r>
            <a:endParaRPr lang="en-US" sz="1600" b="0" dirty="0">
              <a:latin typeface="+mn-lt"/>
            </a:endParaRPr>
          </a:p>
        </p:txBody>
      </p:sp>
      <p:sp>
        <p:nvSpPr>
          <p:cNvPr id="25" name="TextBox 24"/>
          <p:cNvSpPr txBox="1"/>
          <p:nvPr/>
        </p:nvSpPr>
        <p:spPr>
          <a:xfrm>
            <a:off x="9116305" y="810955"/>
            <a:ext cx="1258678" cy="338554"/>
          </a:xfrm>
          <a:prstGeom prst="rect">
            <a:avLst/>
          </a:prstGeom>
          <a:solidFill>
            <a:schemeClr val="accent1">
              <a:lumMod val="20000"/>
              <a:lumOff val="80000"/>
            </a:schemeClr>
          </a:solidFill>
        </p:spPr>
        <p:txBody>
          <a:bodyPr wrap="none" rtlCol="0">
            <a:spAutoFit/>
          </a:bodyPr>
          <a:lstStyle/>
          <a:p>
            <a:r>
              <a:rPr lang="en-US" sz="1600" b="0" dirty="0">
                <a:latin typeface="+mn-lt"/>
              </a:rPr>
              <a:t>Output gate</a:t>
            </a:r>
            <a:endParaRPr lang="en-US" sz="1600" b="0" dirty="0">
              <a:latin typeface="+mn-lt"/>
            </a:endParaRPr>
          </a:p>
        </p:txBody>
      </p:sp>
      <p:sp>
        <p:nvSpPr>
          <p:cNvPr id="26" name="TextBox 25"/>
          <p:cNvSpPr txBox="1"/>
          <p:nvPr/>
        </p:nvSpPr>
        <p:spPr>
          <a:xfrm>
            <a:off x="7762124" y="4047852"/>
            <a:ext cx="1095172" cy="338554"/>
          </a:xfrm>
          <a:prstGeom prst="rect">
            <a:avLst/>
          </a:prstGeom>
          <a:noFill/>
        </p:spPr>
        <p:txBody>
          <a:bodyPr wrap="none" rtlCol="0">
            <a:spAutoFit/>
          </a:bodyPr>
          <a:lstStyle/>
          <a:p>
            <a:r>
              <a:rPr lang="en-US" sz="1600" b="0" dirty="0">
                <a:latin typeface="+mn-lt"/>
              </a:rPr>
              <a:t>LSTM cell</a:t>
            </a:r>
            <a:endParaRPr lang="en-US" sz="1600" b="0" dirty="0">
              <a:latin typeface="+mn-lt"/>
            </a:endParaRPr>
          </a:p>
        </p:txBody>
      </p:sp>
      <p:sp>
        <p:nvSpPr>
          <p:cNvPr id="27" name="TextBox 26"/>
          <p:cNvSpPr txBox="1"/>
          <p:nvPr/>
        </p:nvSpPr>
        <p:spPr>
          <a:xfrm>
            <a:off x="6655602" y="4408144"/>
            <a:ext cx="3667992" cy="261610"/>
          </a:xfrm>
          <a:prstGeom prst="rect">
            <a:avLst/>
          </a:prstGeom>
          <a:noFill/>
        </p:spPr>
        <p:txBody>
          <a:bodyPr wrap="none" rtlCol="0">
            <a:spAutoFit/>
          </a:bodyPr>
          <a:lstStyle/>
          <a:p>
            <a:r>
              <a:rPr lang="en-US" sz="1100" b="0" dirty="0">
                <a:latin typeface="+mn-lt"/>
              </a:rPr>
              <a:t>Source: https://www.projectpro.io/article/lstm-model/832</a:t>
            </a:r>
            <a:endParaRPr lang="en-US" sz="1100" b="0" dirty="0">
              <a:latin typeface="+mn-lt"/>
            </a:endParaRPr>
          </a:p>
        </p:txBody>
      </p:sp>
      <p:grpSp>
        <p:nvGrpSpPr>
          <p:cNvPr id="13" name="Group 12"/>
          <p:cNvGrpSpPr/>
          <p:nvPr/>
        </p:nvGrpSpPr>
        <p:grpSpPr>
          <a:xfrm>
            <a:off x="335360" y="764704"/>
            <a:ext cx="4621547" cy="5677695"/>
            <a:chOff x="3194576" y="763892"/>
            <a:chExt cx="4621547" cy="6010465"/>
          </a:xfrm>
        </p:grpSpPr>
        <p:grpSp>
          <p:nvGrpSpPr>
            <p:cNvPr id="14" name="Group 13"/>
            <p:cNvGrpSpPr/>
            <p:nvPr/>
          </p:nvGrpSpPr>
          <p:grpSpPr>
            <a:xfrm>
              <a:off x="4906664" y="6137989"/>
              <a:ext cx="2019181" cy="636368"/>
              <a:chOff x="6023206" y="4689815"/>
              <a:chExt cx="985854" cy="690065"/>
            </a:xfrm>
            <a:solidFill>
              <a:srgbClr val="00B050"/>
            </a:solidFill>
          </p:grpSpPr>
          <p:sp>
            <p:nvSpPr>
              <p:cNvPr id="50" name="Rounded Rectangle 49"/>
              <p:cNvSpPr/>
              <p:nvPr/>
            </p:nvSpPr>
            <p:spPr>
              <a:xfrm>
                <a:off x="6023206" y="4689815"/>
                <a:ext cx="985854" cy="690065"/>
              </a:xfrm>
              <a:prstGeom prst="roundRect">
                <a:avLst>
                  <a:gd name="adj" fmla="val 16670"/>
                </a:avLst>
              </a:prstGeom>
              <a:grpFill/>
              <a:ln w="3175"/>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51" name="Rounded Rectangle 4"/>
              <p:cNvSpPr txBox="1"/>
              <p:nvPr/>
            </p:nvSpPr>
            <p:spPr>
              <a:xfrm>
                <a:off x="6056898" y="4785136"/>
                <a:ext cx="918470" cy="561051"/>
              </a:xfrm>
              <a:prstGeom prst="rect">
                <a:avLst/>
              </a:prstGeom>
              <a:grpFill/>
              <a:ln w="3175"/>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lvl="0" algn="ctr" defTabSz="444500">
                  <a:lnSpc>
                    <a:spcPct val="90000"/>
                  </a:lnSpc>
                  <a:spcAft>
                    <a:spcPct val="35000"/>
                  </a:spcAft>
                </a:pPr>
                <a:r>
                  <a:rPr lang="en-US" dirty="0"/>
                  <a:t>Acceptable Neural Network Model (MLP)</a:t>
                </a:r>
                <a:endParaRPr lang="en-US" dirty="0"/>
              </a:p>
            </p:txBody>
          </p:sp>
        </p:grpSp>
        <p:sp>
          <p:nvSpPr>
            <p:cNvPr id="15" name="Freeform 14"/>
            <p:cNvSpPr/>
            <p:nvPr/>
          </p:nvSpPr>
          <p:spPr>
            <a:xfrm>
              <a:off x="4896470" y="763892"/>
              <a:ext cx="1009832"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126" tIns="163126" rIns="163126" bIns="163126" numCol="1" spcCol="1270" anchor="ctr" anchorCtr="0">
              <a:noAutofit/>
            </a:bodyPr>
            <a:lstStyle/>
            <a:p>
              <a:pPr lvl="0" algn="ctr" defTabSz="533400">
                <a:lnSpc>
                  <a:spcPct val="90000"/>
                </a:lnSpc>
                <a:spcBef>
                  <a:spcPct val="0"/>
                </a:spcBef>
                <a:spcAft>
                  <a:spcPct val="35000"/>
                </a:spcAft>
              </a:pPr>
              <a:r>
                <a:rPr lang="en-US" sz="1200" kern="1200" dirty="0">
                  <a:latin typeface="+mn-lt"/>
                </a:rPr>
                <a:t>Neural Network (</a:t>
              </a:r>
              <a:r>
                <a:rPr lang="en-US" sz="1200" dirty="0"/>
                <a:t>LSTM</a:t>
              </a:r>
              <a:r>
                <a:rPr lang="en-US" sz="1200" kern="1200" dirty="0">
                  <a:latin typeface="+mn-lt"/>
                </a:rPr>
                <a:t>)  Development</a:t>
              </a:r>
              <a:endParaRPr lang="en-US" sz="1200" kern="1200" dirty="0">
                <a:latin typeface="+mn-lt"/>
              </a:endParaRPr>
            </a:p>
          </p:txBody>
        </p:sp>
        <p:sp>
          <p:nvSpPr>
            <p:cNvPr id="16" name="Freeform 15"/>
            <p:cNvSpPr/>
            <p:nvPr/>
          </p:nvSpPr>
          <p:spPr>
            <a:xfrm rot="1542857">
              <a:off x="5943144" y="1423742"/>
              <a:ext cx="267647" cy="340818"/>
            </a:xfrm>
            <a:custGeom>
              <a:avLst/>
              <a:gdLst>
                <a:gd name="connsiteX0" fmla="*/ 0 w 267647"/>
                <a:gd name="connsiteY0" fmla="*/ 68164 h 340818"/>
                <a:gd name="connsiteX1" fmla="*/ 133824 w 267647"/>
                <a:gd name="connsiteY1" fmla="*/ 68164 h 340818"/>
                <a:gd name="connsiteX2" fmla="*/ 133824 w 267647"/>
                <a:gd name="connsiteY2" fmla="*/ 0 h 340818"/>
                <a:gd name="connsiteX3" fmla="*/ 267647 w 267647"/>
                <a:gd name="connsiteY3" fmla="*/ 170409 h 340818"/>
                <a:gd name="connsiteX4" fmla="*/ 133824 w 267647"/>
                <a:gd name="connsiteY4" fmla="*/ 340818 h 340818"/>
                <a:gd name="connsiteX5" fmla="*/ 133824 w 267647"/>
                <a:gd name="connsiteY5" fmla="*/ 272654 h 340818"/>
                <a:gd name="connsiteX6" fmla="*/ 0 w 267647"/>
                <a:gd name="connsiteY6" fmla="*/ 272654 h 340818"/>
                <a:gd name="connsiteX7" fmla="*/ 0 w 267647"/>
                <a:gd name="connsiteY7" fmla="*/ 68164 h 34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647" h="340818">
                  <a:moveTo>
                    <a:pt x="0" y="68164"/>
                  </a:moveTo>
                  <a:lnTo>
                    <a:pt x="133824" y="68164"/>
                  </a:lnTo>
                  <a:lnTo>
                    <a:pt x="133824" y="0"/>
                  </a:lnTo>
                  <a:lnTo>
                    <a:pt x="267647" y="170409"/>
                  </a:lnTo>
                  <a:lnTo>
                    <a:pt x="133824" y="340818"/>
                  </a:lnTo>
                  <a:lnTo>
                    <a:pt x="133824" y="272654"/>
                  </a:lnTo>
                  <a:lnTo>
                    <a:pt x="0" y="272654"/>
                  </a:lnTo>
                  <a:lnTo>
                    <a:pt x="0" y="6816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163" rIns="80293" bIns="68164" numCol="1" spcCol="1270" anchor="ctr" anchorCtr="0">
              <a:noAutofit/>
            </a:bodyPr>
            <a:lstStyle/>
            <a:p>
              <a:pPr lvl="0" algn="ctr" defTabSz="666750">
                <a:lnSpc>
                  <a:spcPct val="90000"/>
                </a:lnSpc>
                <a:spcBef>
                  <a:spcPct val="0"/>
                </a:spcBef>
                <a:spcAft>
                  <a:spcPct val="35000"/>
                </a:spcAft>
              </a:pPr>
              <a:endParaRPr lang="en-US" sz="1500" kern="1200"/>
            </a:p>
          </p:txBody>
        </p:sp>
        <p:sp>
          <p:nvSpPr>
            <p:cNvPr id="17" name="Freeform 16"/>
            <p:cNvSpPr/>
            <p:nvPr/>
          </p:nvSpPr>
          <p:spPr>
            <a:xfrm>
              <a:off x="6261283" y="1421152"/>
              <a:ext cx="1009832"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126" tIns="163126" rIns="163126" bIns="163126" numCol="1" spcCol="1270" anchor="ctr" anchorCtr="0">
              <a:noAutofit/>
            </a:bodyPr>
            <a:lstStyle/>
            <a:p>
              <a:pPr lvl="0" algn="ctr" defTabSz="533400">
                <a:lnSpc>
                  <a:spcPct val="90000"/>
                </a:lnSpc>
                <a:spcBef>
                  <a:spcPct val="0"/>
                </a:spcBef>
                <a:spcAft>
                  <a:spcPct val="35000"/>
                </a:spcAft>
              </a:pPr>
              <a:r>
                <a:rPr lang="en-US" sz="1200" kern="1200" dirty="0">
                  <a:solidFill>
                    <a:srgbClr val="FFFFFF"/>
                  </a:solidFill>
                  <a:latin typeface="+mn-lt"/>
                  <a:cs typeface="Times New Roman" panose="02020603050405020304" pitchFamily="18" charset="0"/>
                </a:rPr>
                <a:t>Train Neural Network</a:t>
              </a:r>
              <a:endParaRPr lang="en-US" sz="1200" kern="1200" dirty="0">
                <a:latin typeface="+mn-lt"/>
              </a:endParaRPr>
            </a:p>
          </p:txBody>
        </p:sp>
        <p:sp>
          <p:nvSpPr>
            <p:cNvPr id="18" name="Freeform 17"/>
            <p:cNvSpPr/>
            <p:nvPr/>
          </p:nvSpPr>
          <p:spPr>
            <a:xfrm rot="4628571">
              <a:off x="6969804" y="2459510"/>
              <a:ext cx="267647" cy="340818"/>
            </a:xfrm>
            <a:custGeom>
              <a:avLst/>
              <a:gdLst>
                <a:gd name="connsiteX0" fmla="*/ 0 w 267647"/>
                <a:gd name="connsiteY0" fmla="*/ 68164 h 340818"/>
                <a:gd name="connsiteX1" fmla="*/ 133824 w 267647"/>
                <a:gd name="connsiteY1" fmla="*/ 68164 h 340818"/>
                <a:gd name="connsiteX2" fmla="*/ 133824 w 267647"/>
                <a:gd name="connsiteY2" fmla="*/ 0 h 340818"/>
                <a:gd name="connsiteX3" fmla="*/ 267647 w 267647"/>
                <a:gd name="connsiteY3" fmla="*/ 170409 h 340818"/>
                <a:gd name="connsiteX4" fmla="*/ 133824 w 267647"/>
                <a:gd name="connsiteY4" fmla="*/ 340818 h 340818"/>
                <a:gd name="connsiteX5" fmla="*/ 133824 w 267647"/>
                <a:gd name="connsiteY5" fmla="*/ 272654 h 340818"/>
                <a:gd name="connsiteX6" fmla="*/ 0 w 267647"/>
                <a:gd name="connsiteY6" fmla="*/ 272654 h 340818"/>
                <a:gd name="connsiteX7" fmla="*/ 0 w 267647"/>
                <a:gd name="connsiteY7" fmla="*/ 68164 h 34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647" h="340818">
                  <a:moveTo>
                    <a:pt x="0" y="68164"/>
                  </a:moveTo>
                  <a:lnTo>
                    <a:pt x="133824" y="68164"/>
                  </a:lnTo>
                  <a:lnTo>
                    <a:pt x="133824" y="0"/>
                  </a:lnTo>
                  <a:lnTo>
                    <a:pt x="267647" y="170409"/>
                  </a:lnTo>
                  <a:lnTo>
                    <a:pt x="133824" y="340818"/>
                  </a:lnTo>
                  <a:lnTo>
                    <a:pt x="133824" y="272654"/>
                  </a:lnTo>
                  <a:lnTo>
                    <a:pt x="0" y="272654"/>
                  </a:lnTo>
                  <a:lnTo>
                    <a:pt x="0" y="6816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68164" rIns="80294" bIns="68163" numCol="1" spcCol="1270" anchor="ctr" anchorCtr="0">
              <a:noAutofit/>
            </a:bodyPr>
            <a:lstStyle/>
            <a:p>
              <a:pPr lvl="0" algn="ctr" defTabSz="666750">
                <a:lnSpc>
                  <a:spcPct val="90000"/>
                </a:lnSpc>
                <a:spcBef>
                  <a:spcPct val="0"/>
                </a:spcBef>
                <a:spcAft>
                  <a:spcPct val="35000"/>
                </a:spcAft>
              </a:pPr>
              <a:endParaRPr lang="en-US" sz="1500" kern="1200"/>
            </a:p>
          </p:txBody>
        </p:sp>
        <p:sp>
          <p:nvSpPr>
            <p:cNvPr id="19" name="Freeform 18"/>
            <p:cNvSpPr/>
            <p:nvPr/>
          </p:nvSpPr>
          <p:spPr>
            <a:xfrm>
              <a:off x="6726106" y="2767053"/>
              <a:ext cx="1090017"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126" tIns="163126" rIns="163126" bIns="163126" numCol="1" spcCol="1270" anchor="ctr" anchorCtr="0">
              <a:noAutofit/>
            </a:bodyPr>
            <a:lstStyle/>
            <a:p>
              <a:pPr lvl="0" algn="ctr" defTabSz="533400">
                <a:lnSpc>
                  <a:spcPct val="90000"/>
                </a:lnSpc>
                <a:spcBef>
                  <a:spcPct val="0"/>
                </a:spcBef>
                <a:spcAft>
                  <a:spcPct val="35000"/>
                </a:spcAft>
              </a:pPr>
              <a:r>
                <a:rPr lang="en-US" sz="1200" kern="1200" dirty="0">
                  <a:latin typeface="+mn-lt"/>
                </a:rPr>
                <a:t>Hyper parameter tuning</a:t>
              </a:r>
              <a:endParaRPr lang="en-US" sz="1200" kern="1200" dirty="0">
                <a:latin typeface="+mn-lt"/>
              </a:endParaRPr>
            </a:p>
          </p:txBody>
        </p:sp>
        <p:sp>
          <p:nvSpPr>
            <p:cNvPr id="28" name="Freeform 27"/>
            <p:cNvSpPr/>
            <p:nvPr/>
          </p:nvSpPr>
          <p:spPr>
            <a:xfrm rot="18420420">
              <a:off x="7096121" y="3859731"/>
              <a:ext cx="251563" cy="340818"/>
            </a:xfrm>
            <a:custGeom>
              <a:avLst/>
              <a:gdLst>
                <a:gd name="connsiteX0" fmla="*/ 0 w 251563"/>
                <a:gd name="connsiteY0" fmla="*/ 68164 h 340818"/>
                <a:gd name="connsiteX1" fmla="*/ 125782 w 251563"/>
                <a:gd name="connsiteY1" fmla="*/ 68164 h 340818"/>
                <a:gd name="connsiteX2" fmla="*/ 125782 w 251563"/>
                <a:gd name="connsiteY2" fmla="*/ 0 h 340818"/>
                <a:gd name="connsiteX3" fmla="*/ 251563 w 251563"/>
                <a:gd name="connsiteY3" fmla="*/ 170409 h 340818"/>
                <a:gd name="connsiteX4" fmla="*/ 125782 w 251563"/>
                <a:gd name="connsiteY4" fmla="*/ 340818 h 340818"/>
                <a:gd name="connsiteX5" fmla="*/ 125782 w 251563"/>
                <a:gd name="connsiteY5" fmla="*/ 272654 h 340818"/>
                <a:gd name="connsiteX6" fmla="*/ 0 w 251563"/>
                <a:gd name="connsiteY6" fmla="*/ 272654 h 340818"/>
                <a:gd name="connsiteX7" fmla="*/ 0 w 251563"/>
                <a:gd name="connsiteY7" fmla="*/ 68164 h 34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563" h="340818">
                  <a:moveTo>
                    <a:pt x="251563" y="272654"/>
                  </a:moveTo>
                  <a:lnTo>
                    <a:pt x="125781" y="272654"/>
                  </a:lnTo>
                  <a:lnTo>
                    <a:pt x="125781" y="340818"/>
                  </a:lnTo>
                  <a:lnTo>
                    <a:pt x="0" y="170409"/>
                  </a:lnTo>
                  <a:lnTo>
                    <a:pt x="125781" y="0"/>
                  </a:lnTo>
                  <a:lnTo>
                    <a:pt x="125781" y="68164"/>
                  </a:lnTo>
                  <a:lnTo>
                    <a:pt x="251563" y="68164"/>
                  </a:lnTo>
                  <a:lnTo>
                    <a:pt x="251563" y="27265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75468" tIns="68164" rIns="0" bIns="68163" numCol="1" spcCol="1270" anchor="ctr" anchorCtr="0">
              <a:noAutofit/>
            </a:bodyPr>
            <a:lstStyle/>
            <a:p>
              <a:pPr lvl="0" algn="ctr" defTabSz="666750">
                <a:lnSpc>
                  <a:spcPct val="90000"/>
                </a:lnSpc>
                <a:spcBef>
                  <a:spcPct val="0"/>
                </a:spcBef>
                <a:spcAft>
                  <a:spcPct val="35000"/>
                </a:spcAft>
              </a:pPr>
              <a:endParaRPr lang="en-US" sz="1500" kern="1200"/>
            </a:p>
          </p:txBody>
        </p:sp>
        <p:sp>
          <p:nvSpPr>
            <p:cNvPr id="29" name="Freeform 28"/>
            <p:cNvSpPr/>
            <p:nvPr/>
          </p:nvSpPr>
          <p:spPr>
            <a:xfrm>
              <a:off x="5163600" y="4644765"/>
              <a:ext cx="1009832"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5036" tIns="205036" rIns="205036" bIns="205036" numCol="1" spcCol="1270" anchor="ctr" anchorCtr="0">
              <a:noAutofit/>
            </a:bodyPr>
            <a:lstStyle/>
            <a:p>
              <a:pPr lvl="0" algn="ctr" defTabSz="2000250">
                <a:lnSpc>
                  <a:spcPct val="90000"/>
                </a:lnSpc>
                <a:spcBef>
                  <a:spcPct val="0"/>
                </a:spcBef>
                <a:spcAft>
                  <a:spcPct val="35000"/>
                </a:spcAft>
              </a:pPr>
              <a:endParaRPr lang="en-US" sz="4500" kern="1200"/>
            </a:p>
          </p:txBody>
        </p:sp>
        <p:sp>
          <p:nvSpPr>
            <p:cNvPr id="30" name="Freeform 29"/>
            <p:cNvSpPr/>
            <p:nvPr/>
          </p:nvSpPr>
          <p:spPr>
            <a:xfrm rot="16200000" flipH="1">
              <a:off x="4126025" y="5262657"/>
              <a:ext cx="498743" cy="426371"/>
            </a:xfrm>
            <a:custGeom>
              <a:avLst/>
              <a:gdLst>
                <a:gd name="connsiteX0" fmla="*/ 0 w 498743"/>
                <a:gd name="connsiteY0" fmla="*/ 85274 h 426370"/>
                <a:gd name="connsiteX1" fmla="*/ 285558 w 498743"/>
                <a:gd name="connsiteY1" fmla="*/ 85274 h 426370"/>
                <a:gd name="connsiteX2" fmla="*/ 285558 w 498743"/>
                <a:gd name="connsiteY2" fmla="*/ 0 h 426370"/>
                <a:gd name="connsiteX3" fmla="*/ 498743 w 498743"/>
                <a:gd name="connsiteY3" fmla="*/ 213185 h 426370"/>
                <a:gd name="connsiteX4" fmla="*/ 285558 w 498743"/>
                <a:gd name="connsiteY4" fmla="*/ 426370 h 426370"/>
                <a:gd name="connsiteX5" fmla="*/ 285558 w 498743"/>
                <a:gd name="connsiteY5" fmla="*/ 341096 h 426370"/>
                <a:gd name="connsiteX6" fmla="*/ 0 w 498743"/>
                <a:gd name="connsiteY6" fmla="*/ 341096 h 426370"/>
                <a:gd name="connsiteX7" fmla="*/ 0 w 498743"/>
                <a:gd name="connsiteY7" fmla="*/ 85274 h 426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8743" h="426370">
                  <a:moveTo>
                    <a:pt x="498743" y="341096"/>
                  </a:moveTo>
                  <a:lnTo>
                    <a:pt x="213185" y="341096"/>
                  </a:lnTo>
                  <a:lnTo>
                    <a:pt x="213185" y="426370"/>
                  </a:lnTo>
                  <a:lnTo>
                    <a:pt x="0" y="213185"/>
                  </a:lnTo>
                  <a:lnTo>
                    <a:pt x="213185" y="0"/>
                  </a:lnTo>
                  <a:lnTo>
                    <a:pt x="213185" y="85274"/>
                  </a:lnTo>
                  <a:lnTo>
                    <a:pt x="498743" y="85274"/>
                  </a:lnTo>
                  <a:lnTo>
                    <a:pt x="498743" y="341096"/>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2" tIns="85275" rIns="127912" bIns="85274" numCol="1" spcCol="1270" anchor="ctr" anchorCtr="0">
              <a:noAutofit/>
            </a:bodyPr>
            <a:lstStyle/>
            <a:p>
              <a:pPr lvl="0" algn="ctr" defTabSz="844550">
                <a:lnSpc>
                  <a:spcPct val="90000"/>
                </a:lnSpc>
                <a:spcBef>
                  <a:spcPct val="0"/>
                </a:spcBef>
                <a:spcAft>
                  <a:spcPct val="35000"/>
                </a:spcAft>
              </a:pPr>
              <a:endParaRPr lang="en-US" sz="1900" kern="1200"/>
            </a:p>
          </p:txBody>
        </p:sp>
        <p:sp>
          <p:nvSpPr>
            <p:cNvPr id="31" name="Freeform 30"/>
            <p:cNvSpPr/>
            <p:nvPr/>
          </p:nvSpPr>
          <p:spPr>
            <a:xfrm>
              <a:off x="3786539" y="4168603"/>
              <a:ext cx="1009832"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5036" tIns="205036" rIns="205036" bIns="205036" numCol="1" spcCol="1270" anchor="ctr" anchorCtr="0">
              <a:noAutofit/>
            </a:bodyPr>
            <a:lstStyle/>
            <a:p>
              <a:pPr lvl="0" algn="ctr" defTabSz="2000250">
                <a:lnSpc>
                  <a:spcPct val="90000"/>
                </a:lnSpc>
                <a:spcBef>
                  <a:spcPct val="0"/>
                </a:spcBef>
                <a:spcAft>
                  <a:spcPct val="35000"/>
                </a:spcAft>
              </a:pPr>
              <a:endParaRPr lang="en-US" sz="4500" kern="1200"/>
            </a:p>
          </p:txBody>
        </p:sp>
        <p:sp>
          <p:nvSpPr>
            <p:cNvPr id="32" name="Freeform 31"/>
            <p:cNvSpPr/>
            <p:nvPr/>
          </p:nvSpPr>
          <p:spPr>
            <a:xfrm rot="3085714">
              <a:off x="3815984" y="3867807"/>
              <a:ext cx="267648" cy="340819"/>
            </a:xfrm>
            <a:custGeom>
              <a:avLst/>
              <a:gdLst>
                <a:gd name="connsiteX0" fmla="*/ 0 w 267647"/>
                <a:gd name="connsiteY0" fmla="*/ 68164 h 340818"/>
                <a:gd name="connsiteX1" fmla="*/ 133824 w 267647"/>
                <a:gd name="connsiteY1" fmla="*/ 68164 h 340818"/>
                <a:gd name="connsiteX2" fmla="*/ 133824 w 267647"/>
                <a:gd name="connsiteY2" fmla="*/ 0 h 340818"/>
                <a:gd name="connsiteX3" fmla="*/ 267647 w 267647"/>
                <a:gd name="connsiteY3" fmla="*/ 170409 h 340818"/>
                <a:gd name="connsiteX4" fmla="*/ 133824 w 267647"/>
                <a:gd name="connsiteY4" fmla="*/ 340818 h 340818"/>
                <a:gd name="connsiteX5" fmla="*/ 133824 w 267647"/>
                <a:gd name="connsiteY5" fmla="*/ 272654 h 340818"/>
                <a:gd name="connsiteX6" fmla="*/ 0 w 267647"/>
                <a:gd name="connsiteY6" fmla="*/ 272654 h 340818"/>
                <a:gd name="connsiteX7" fmla="*/ 0 w 267647"/>
                <a:gd name="connsiteY7" fmla="*/ 68164 h 34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647" h="340818">
                  <a:moveTo>
                    <a:pt x="267647" y="272654"/>
                  </a:moveTo>
                  <a:lnTo>
                    <a:pt x="133823" y="272654"/>
                  </a:lnTo>
                  <a:lnTo>
                    <a:pt x="133823" y="340818"/>
                  </a:lnTo>
                  <a:lnTo>
                    <a:pt x="0" y="170409"/>
                  </a:lnTo>
                  <a:lnTo>
                    <a:pt x="133823" y="0"/>
                  </a:lnTo>
                  <a:lnTo>
                    <a:pt x="133823" y="68164"/>
                  </a:lnTo>
                  <a:lnTo>
                    <a:pt x="267647" y="68164"/>
                  </a:lnTo>
                  <a:lnTo>
                    <a:pt x="267647" y="27265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80294" tIns="68165" rIns="0" bIns="68163" numCol="1" spcCol="1270" anchor="ctr" anchorCtr="0">
              <a:noAutofit/>
            </a:bodyPr>
            <a:lstStyle/>
            <a:p>
              <a:pPr lvl="0" algn="ctr" defTabSz="666750">
                <a:lnSpc>
                  <a:spcPct val="90000"/>
                </a:lnSpc>
                <a:spcBef>
                  <a:spcPct val="0"/>
                </a:spcBef>
                <a:spcAft>
                  <a:spcPct val="35000"/>
                </a:spcAft>
              </a:pPr>
              <a:endParaRPr lang="en-US" sz="1500" kern="1200"/>
            </a:p>
          </p:txBody>
        </p:sp>
        <p:sp>
          <p:nvSpPr>
            <p:cNvPr id="33" name="Freeform 32"/>
            <p:cNvSpPr/>
            <p:nvPr/>
          </p:nvSpPr>
          <p:spPr>
            <a:xfrm>
              <a:off x="3194576" y="2898000"/>
              <a:ext cx="1009832"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126" tIns="163126" rIns="163126" bIns="163126" numCol="1" spcCol="1270" anchor="ctr" anchorCtr="0">
              <a:noAutofit/>
            </a:bodyPr>
            <a:lstStyle/>
            <a:p>
              <a:pPr lvl="0" algn="ctr" defTabSz="533400">
                <a:lnSpc>
                  <a:spcPct val="90000"/>
                </a:lnSpc>
                <a:spcBef>
                  <a:spcPct val="0"/>
                </a:spcBef>
                <a:spcAft>
                  <a:spcPct val="35000"/>
                </a:spcAft>
              </a:pPr>
              <a:r>
                <a:rPr lang="en-US" sz="1200" kern="1200" dirty="0">
                  <a:latin typeface="+mn-lt"/>
                </a:rPr>
                <a:t>Dataset Preprocessing </a:t>
              </a:r>
              <a:endParaRPr lang="en-US" sz="1200" kern="1200" dirty="0">
                <a:latin typeface="+mn-lt"/>
              </a:endParaRPr>
            </a:p>
          </p:txBody>
        </p:sp>
        <p:sp>
          <p:nvSpPr>
            <p:cNvPr id="34" name="Freeform 33"/>
            <p:cNvSpPr/>
            <p:nvPr/>
          </p:nvSpPr>
          <p:spPr>
            <a:xfrm rot="16971429">
              <a:off x="3732524" y="2501468"/>
              <a:ext cx="267647" cy="340818"/>
            </a:xfrm>
            <a:custGeom>
              <a:avLst/>
              <a:gdLst>
                <a:gd name="connsiteX0" fmla="*/ 0 w 267647"/>
                <a:gd name="connsiteY0" fmla="*/ 68164 h 340818"/>
                <a:gd name="connsiteX1" fmla="*/ 133824 w 267647"/>
                <a:gd name="connsiteY1" fmla="*/ 68164 h 340818"/>
                <a:gd name="connsiteX2" fmla="*/ 133824 w 267647"/>
                <a:gd name="connsiteY2" fmla="*/ 0 h 340818"/>
                <a:gd name="connsiteX3" fmla="*/ 267647 w 267647"/>
                <a:gd name="connsiteY3" fmla="*/ 170409 h 340818"/>
                <a:gd name="connsiteX4" fmla="*/ 133824 w 267647"/>
                <a:gd name="connsiteY4" fmla="*/ 340818 h 340818"/>
                <a:gd name="connsiteX5" fmla="*/ 133824 w 267647"/>
                <a:gd name="connsiteY5" fmla="*/ 272654 h 340818"/>
                <a:gd name="connsiteX6" fmla="*/ 0 w 267647"/>
                <a:gd name="connsiteY6" fmla="*/ 272654 h 340818"/>
                <a:gd name="connsiteX7" fmla="*/ 0 w 267647"/>
                <a:gd name="connsiteY7" fmla="*/ 68164 h 34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647" h="340818">
                  <a:moveTo>
                    <a:pt x="0" y="68164"/>
                  </a:moveTo>
                  <a:lnTo>
                    <a:pt x="133824" y="68164"/>
                  </a:lnTo>
                  <a:lnTo>
                    <a:pt x="133824" y="0"/>
                  </a:lnTo>
                  <a:lnTo>
                    <a:pt x="267647" y="170409"/>
                  </a:lnTo>
                  <a:lnTo>
                    <a:pt x="133824" y="340818"/>
                  </a:lnTo>
                  <a:lnTo>
                    <a:pt x="133824" y="272654"/>
                  </a:lnTo>
                  <a:lnTo>
                    <a:pt x="0" y="272654"/>
                  </a:lnTo>
                  <a:lnTo>
                    <a:pt x="0" y="6816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1" tIns="68163" rIns="80294" bIns="68164" numCol="1" spcCol="1270" anchor="ctr" anchorCtr="0">
              <a:noAutofit/>
            </a:bodyPr>
            <a:lstStyle/>
            <a:p>
              <a:pPr lvl="0" algn="ctr" defTabSz="666750">
                <a:lnSpc>
                  <a:spcPct val="90000"/>
                </a:lnSpc>
                <a:spcBef>
                  <a:spcPct val="0"/>
                </a:spcBef>
                <a:spcAft>
                  <a:spcPct val="35000"/>
                </a:spcAft>
              </a:pPr>
              <a:endParaRPr lang="en-US" sz="1500" kern="1200"/>
            </a:p>
          </p:txBody>
        </p:sp>
        <p:sp>
          <p:nvSpPr>
            <p:cNvPr id="35" name="Freeform 34"/>
            <p:cNvSpPr/>
            <p:nvPr/>
          </p:nvSpPr>
          <p:spPr>
            <a:xfrm>
              <a:off x="3531657" y="1421152"/>
              <a:ext cx="1009832"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126" tIns="163126" rIns="163126" bIns="163126" numCol="1" spcCol="1270" anchor="ctr" anchorCtr="0">
              <a:noAutofit/>
            </a:bodyPr>
            <a:lstStyle/>
            <a:p>
              <a:pPr lvl="0" algn="ctr" defTabSz="533400">
                <a:lnSpc>
                  <a:spcPct val="90000"/>
                </a:lnSpc>
                <a:spcBef>
                  <a:spcPct val="0"/>
                </a:spcBef>
                <a:spcAft>
                  <a:spcPct val="35000"/>
                </a:spcAft>
              </a:pPr>
              <a:r>
                <a:rPr lang="en-US" sz="1200" kern="1200" dirty="0">
                  <a:latin typeface="+mn-lt"/>
                </a:rPr>
                <a:t>Input Data</a:t>
              </a:r>
              <a:endParaRPr lang="en-US" sz="1200" kern="1200" dirty="0">
                <a:latin typeface="+mn-lt"/>
              </a:endParaRPr>
            </a:p>
          </p:txBody>
        </p:sp>
        <p:sp>
          <p:nvSpPr>
            <p:cNvPr id="36" name="Freeform 35"/>
            <p:cNvSpPr/>
            <p:nvPr/>
          </p:nvSpPr>
          <p:spPr>
            <a:xfrm rot="20057143">
              <a:off x="4578332" y="1430316"/>
              <a:ext cx="267647" cy="340818"/>
            </a:xfrm>
            <a:custGeom>
              <a:avLst/>
              <a:gdLst>
                <a:gd name="connsiteX0" fmla="*/ 0 w 267647"/>
                <a:gd name="connsiteY0" fmla="*/ 68164 h 340818"/>
                <a:gd name="connsiteX1" fmla="*/ 133824 w 267647"/>
                <a:gd name="connsiteY1" fmla="*/ 68164 h 340818"/>
                <a:gd name="connsiteX2" fmla="*/ 133824 w 267647"/>
                <a:gd name="connsiteY2" fmla="*/ 0 h 340818"/>
                <a:gd name="connsiteX3" fmla="*/ 267647 w 267647"/>
                <a:gd name="connsiteY3" fmla="*/ 170409 h 340818"/>
                <a:gd name="connsiteX4" fmla="*/ 133824 w 267647"/>
                <a:gd name="connsiteY4" fmla="*/ 340818 h 340818"/>
                <a:gd name="connsiteX5" fmla="*/ 133824 w 267647"/>
                <a:gd name="connsiteY5" fmla="*/ 272654 h 340818"/>
                <a:gd name="connsiteX6" fmla="*/ 0 w 267647"/>
                <a:gd name="connsiteY6" fmla="*/ 272654 h 340818"/>
                <a:gd name="connsiteX7" fmla="*/ 0 w 267647"/>
                <a:gd name="connsiteY7" fmla="*/ 68164 h 34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647" h="340818">
                  <a:moveTo>
                    <a:pt x="0" y="68164"/>
                  </a:moveTo>
                  <a:lnTo>
                    <a:pt x="133824" y="68164"/>
                  </a:lnTo>
                  <a:lnTo>
                    <a:pt x="133824" y="0"/>
                  </a:lnTo>
                  <a:lnTo>
                    <a:pt x="267647" y="170409"/>
                  </a:lnTo>
                  <a:lnTo>
                    <a:pt x="133824" y="340818"/>
                  </a:lnTo>
                  <a:lnTo>
                    <a:pt x="133824" y="272654"/>
                  </a:lnTo>
                  <a:lnTo>
                    <a:pt x="0" y="272654"/>
                  </a:lnTo>
                  <a:lnTo>
                    <a:pt x="0" y="6816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8164" rIns="80293" bIns="68163" numCol="1" spcCol="1270" anchor="ctr" anchorCtr="0">
              <a:noAutofit/>
            </a:bodyPr>
            <a:lstStyle/>
            <a:p>
              <a:pPr lvl="0" algn="ctr" defTabSz="666750">
                <a:lnSpc>
                  <a:spcPct val="90000"/>
                </a:lnSpc>
                <a:spcBef>
                  <a:spcPct val="0"/>
                </a:spcBef>
                <a:spcAft>
                  <a:spcPct val="35000"/>
                </a:spcAft>
              </a:pPr>
              <a:endParaRPr lang="en-US" sz="1500" kern="1200"/>
            </a:p>
          </p:txBody>
        </p:sp>
        <p:sp>
          <p:nvSpPr>
            <p:cNvPr id="37" name="TextBox 36"/>
            <p:cNvSpPr txBox="1"/>
            <p:nvPr/>
          </p:nvSpPr>
          <p:spPr>
            <a:xfrm>
              <a:off x="5217446" y="4906643"/>
              <a:ext cx="1024804" cy="461665"/>
            </a:xfrm>
            <a:prstGeom prst="rect">
              <a:avLst/>
            </a:prstGeom>
            <a:noFill/>
          </p:spPr>
          <p:txBody>
            <a:bodyPr wrap="square" rtlCol="0">
              <a:spAutoFit/>
            </a:bodyPr>
            <a:lstStyle/>
            <a:p>
              <a:pPr lvl="0"/>
              <a:r>
                <a:rPr lang="en-US" sz="1200" dirty="0">
                  <a:solidFill>
                    <a:srgbClr val="FFFFFF"/>
                  </a:solidFill>
                  <a:latin typeface="+mn-lt"/>
                </a:rPr>
                <a:t>Acceptable Accuracy</a:t>
              </a:r>
              <a:endParaRPr lang="en-US" sz="1200" dirty="0">
                <a:solidFill>
                  <a:srgbClr val="FFFFFF"/>
                </a:solidFill>
                <a:latin typeface="+mn-lt"/>
              </a:endParaRPr>
            </a:p>
          </p:txBody>
        </p:sp>
        <p:sp>
          <p:nvSpPr>
            <p:cNvPr id="38" name="TextBox 37"/>
            <p:cNvSpPr txBox="1"/>
            <p:nvPr/>
          </p:nvSpPr>
          <p:spPr>
            <a:xfrm>
              <a:off x="3924725" y="4547556"/>
              <a:ext cx="751522" cy="276999"/>
            </a:xfrm>
            <a:prstGeom prst="rect">
              <a:avLst/>
            </a:prstGeom>
            <a:noFill/>
          </p:spPr>
          <p:txBody>
            <a:bodyPr wrap="square" rtlCol="0">
              <a:spAutoFit/>
            </a:bodyPr>
            <a:lstStyle/>
            <a:p>
              <a:pPr lvl="0"/>
              <a:r>
                <a:rPr lang="en-US" sz="1200" dirty="0">
                  <a:solidFill>
                    <a:srgbClr val="FFFFFF"/>
                  </a:solidFill>
                  <a:latin typeface="+mn-lt"/>
                </a:rPr>
                <a:t>Dataset</a:t>
              </a:r>
              <a:endParaRPr lang="en-US" sz="1200" dirty="0">
                <a:solidFill>
                  <a:srgbClr val="FFFFFF"/>
                </a:solidFill>
                <a:latin typeface="+mn-lt"/>
              </a:endParaRPr>
            </a:p>
          </p:txBody>
        </p:sp>
        <p:grpSp>
          <p:nvGrpSpPr>
            <p:cNvPr id="39" name="Group 38"/>
            <p:cNvGrpSpPr/>
            <p:nvPr/>
          </p:nvGrpSpPr>
          <p:grpSpPr>
            <a:xfrm rot="19445470">
              <a:off x="5296104" y="5663660"/>
              <a:ext cx="760736" cy="463388"/>
              <a:chOff x="4923151" y="3362964"/>
              <a:chExt cx="369441" cy="273059"/>
            </a:xfrm>
            <a:solidFill>
              <a:srgbClr val="00B050"/>
            </a:solidFill>
          </p:grpSpPr>
          <p:sp>
            <p:nvSpPr>
              <p:cNvPr id="48" name="Right Arrow 47"/>
              <p:cNvSpPr/>
              <p:nvPr/>
            </p:nvSpPr>
            <p:spPr>
              <a:xfrm rot="7619433">
                <a:off x="4971342" y="3314773"/>
                <a:ext cx="273059" cy="369441"/>
              </a:xfrm>
              <a:prstGeom prst="rightArrow">
                <a:avLst>
                  <a:gd name="adj1" fmla="val 60000"/>
                  <a:gd name="adj2" fmla="val 50000"/>
                </a:avLst>
              </a:prstGeom>
              <a:grp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IN"/>
              </a:p>
            </p:txBody>
          </p:sp>
          <p:sp>
            <p:nvSpPr>
              <p:cNvPr id="49" name="Right Arrow 4"/>
              <p:cNvSpPr txBox="1"/>
              <p:nvPr/>
            </p:nvSpPr>
            <p:spPr>
              <a:xfrm rot="18419433">
                <a:off x="5036945" y="3355946"/>
                <a:ext cx="191141" cy="22166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en-US" sz="700" kern="1200"/>
              </a:p>
            </p:txBody>
          </p:sp>
        </p:grpSp>
        <p:sp>
          <p:nvSpPr>
            <p:cNvPr id="40" name="TextBox 39"/>
            <p:cNvSpPr txBox="1"/>
            <p:nvPr/>
          </p:nvSpPr>
          <p:spPr>
            <a:xfrm rot="21224273">
              <a:off x="4876255" y="3429126"/>
              <a:ext cx="499101" cy="338554"/>
            </a:xfrm>
            <a:prstGeom prst="rect">
              <a:avLst/>
            </a:prstGeom>
            <a:solidFill>
              <a:srgbClr val="FF0000"/>
            </a:solidFill>
            <a:ln w="3175">
              <a:solidFill>
                <a:schemeClr val="tx1"/>
              </a:solidFill>
            </a:ln>
          </p:spPr>
          <p:txBody>
            <a:bodyPr wrap="square" rtlCol="0">
              <a:spAutoFit/>
            </a:bodyPr>
            <a:lstStyle/>
            <a:p>
              <a:pPr algn="ctr"/>
              <a:r>
                <a:rPr lang="en-US" sz="1600" b="0" dirty="0">
                  <a:latin typeface="+mn-lt"/>
                </a:rPr>
                <a:t>No</a:t>
              </a:r>
              <a:endParaRPr lang="en-US" sz="1600" b="0" dirty="0">
                <a:latin typeface="+mn-lt"/>
              </a:endParaRPr>
            </a:p>
          </p:txBody>
        </p:sp>
        <p:sp>
          <p:nvSpPr>
            <p:cNvPr id="41" name="TextBox 40"/>
            <p:cNvSpPr txBox="1"/>
            <p:nvPr/>
          </p:nvSpPr>
          <p:spPr>
            <a:xfrm>
              <a:off x="6078228" y="5726077"/>
              <a:ext cx="646952" cy="338554"/>
            </a:xfrm>
            <a:prstGeom prst="rect">
              <a:avLst/>
            </a:prstGeom>
            <a:solidFill>
              <a:srgbClr val="00B050"/>
            </a:solidFill>
            <a:ln w="3175">
              <a:solidFill>
                <a:schemeClr val="tx1"/>
              </a:solidFill>
            </a:ln>
          </p:spPr>
          <p:txBody>
            <a:bodyPr wrap="square" rtlCol="0">
              <a:spAutoFit/>
            </a:bodyPr>
            <a:lstStyle/>
            <a:p>
              <a:r>
                <a:rPr lang="en-US" sz="1600" b="0" dirty="0">
                  <a:latin typeface="+mn-lt"/>
                </a:rPr>
                <a:t>Yes</a:t>
              </a:r>
              <a:endParaRPr lang="en-US" sz="1600" b="0" dirty="0">
                <a:latin typeface="+mn-lt"/>
              </a:endParaRPr>
            </a:p>
          </p:txBody>
        </p:sp>
        <p:sp>
          <p:nvSpPr>
            <p:cNvPr id="42" name="Bent Arrow 41"/>
            <p:cNvSpPr/>
            <p:nvPr/>
          </p:nvSpPr>
          <p:spPr bwMode="auto">
            <a:xfrm rot="21191934">
              <a:off x="5398014" y="2027851"/>
              <a:ext cx="1078577" cy="2547169"/>
            </a:xfrm>
            <a:prstGeom prst="bentArrow">
              <a:avLst>
                <a:gd name="adj1" fmla="val 25000"/>
                <a:gd name="adj2" fmla="val 25000"/>
                <a:gd name="adj3" fmla="val 25000"/>
                <a:gd name="adj4" fmla="val 6014"/>
              </a:avLst>
            </a:prstGeom>
            <a:solidFill>
              <a:srgbClr val="FF0000"/>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sz="1600" b="1" i="0" u="none" strike="noStrike" cap="none" normalizeH="0" baseline="0" dirty="0">
                <a:ln>
                  <a:noFill/>
                </a:ln>
                <a:solidFill>
                  <a:schemeClr val="tx1"/>
                </a:solidFill>
                <a:effectLst/>
                <a:latin typeface="+mn-lt"/>
              </a:endParaRPr>
            </a:p>
          </p:txBody>
        </p:sp>
        <p:grpSp>
          <p:nvGrpSpPr>
            <p:cNvPr id="43" name="Group 42"/>
            <p:cNvGrpSpPr/>
            <p:nvPr/>
          </p:nvGrpSpPr>
          <p:grpSpPr>
            <a:xfrm>
              <a:off x="3851801" y="5738056"/>
              <a:ext cx="1020360" cy="526056"/>
              <a:chOff x="6023206" y="4689815"/>
              <a:chExt cx="985854" cy="690065"/>
            </a:xfrm>
            <a:solidFill>
              <a:srgbClr val="00B050"/>
            </a:solidFill>
          </p:grpSpPr>
          <p:sp>
            <p:nvSpPr>
              <p:cNvPr id="46" name="Rounded Rectangle 45"/>
              <p:cNvSpPr/>
              <p:nvPr/>
            </p:nvSpPr>
            <p:spPr>
              <a:xfrm>
                <a:off x="6023206" y="4689815"/>
                <a:ext cx="985854" cy="690065"/>
              </a:xfrm>
              <a:prstGeom prst="roundRect">
                <a:avLst>
                  <a:gd name="adj" fmla="val 16670"/>
                </a:avLst>
              </a:prstGeom>
              <a:grpFill/>
              <a:ln w="3175"/>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47" name="Rounded Rectangle 4"/>
              <p:cNvSpPr txBox="1"/>
              <p:nvPr/>
            </p:nvSpPr>
            <p:spPr>
              <a:xfrm>
                <a:off x="6056898" y="4723507"/>
                <a:ext cx="918470" cy="622681"/>
              </a:xfrm>
              <a:prstGeom prst="rect">
                <a:avLst/>
              </a:prstGeom>
              <a:solidFill>
                <a:srgbClr val="063D79"/>
              </a:solidFill>
              <a:ln w="3175"/>
            </p:spPr>
            <p:style>
              <a:lnRef idx="0">
                <a:scrgbClr r="0" g="0" b="0"/>
              </a:lnRef>
              <a:fillRef idx="0">
                <a:scrgbClr r="0" g="0" b="0"/>
              </a:fillRef>
              <a:effectRef idx="0">
                <a:scrgbClr r="0" g="0" b="0"/>
              </a:effectRef>
              <a:fontRef idx="minor">
                <a:schemeClr val="lt1"/>
              </a:fontRef>
            </p:style>
            <p:txBody>
              <a:bodyPr spcFirstLastPara="0" vert="horz" wrap="square" lIns="38100" tIns="38100" rIns="38100" bIns="38100" numCol="1" spcCol="1270" anchor="ctr" anchorCtr="0">
                <a:noAutofit/>
              </a:bodyPr>
              <a:lstStyle/>
              <a:p>
                <a:pPr lvl="0" algn="ctr" defTabSz="444500">
                  <a:lnSpc>
                    <a:spcPct val="90000"/>
                  </a:lnSpc>
                  <a:spcAft>
                    <a:spcPct val="35000"/>
                  </a:spcAft>
                </a:pPr>
                <a:r>
                  <a:rPr lang="en-US" dirty="0"/>
                  <a:t>Start</a:t>
                </a:r>
                <a:endParaRPr lang="en-US" dirty="0"/>
              </a:p>
            </p:txBody>
          </p:sp>
        </p:grpSp>
        <p:sp>
          <p:nvSpPr>
            <p:cNvPr id="44" name="Freeform 43"/>
            <p:cNvSpPr/>
            <p:nvPr/>
          </p:nvSpPr>
          <p:spPr>
            <a:xfrm>
              <a:off x="6414939" y="4181138"/>
              <a:ext cx="1009832" cy="1009832"/>
            </a:xfrm>
            <a:custGeom>
              <a:avLst/>
              <a:gdLst>
                <a:gd name="connsiteX0" fmla="*/ 0 w 1009832"/>
                <a:gd name="connsiteY0" fmla="*/ 504916 h 1009832"/>
                <a:gd name="connsiteX1" fmla="*/ 504916 w 1009832"/>
                <a:gd name="connsiteY1" fmla="*/ 0 h 1009832"/>
                <a:gd name="connsiteX2" fmla="*/ 1009832 w 1009832"/>
                <a:gd name="connsiteY2" fmla="*/ 504916 h 1009832"/>
                <a:gd name="connsiteX3" fmla="*/ 504916 w 1009832"/>
                <a:gd name="connsiteY3" fmla="*/ 1009832 h 1009832"/>
                <a:gd name="connsiteX4" fmla="*/ 0 w 1009832"/>
                <a:gd name="connsiteY4" fmla="*/ 504916 h 1009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832" h="1009832">
                  <a:moveTo>
                    <a:pt x="0" y="504916"/>
                  </a:moveTo>
                  <a:cubicBezTo>
                    <a:pt x="0" y="226059"/>
                    <a:pt x="226059" y="0"/>
                    <a:pt x="504916" y="0"/>
                  </a:cubicBezTo>
                  <a:cubicBezTo>
                    <a:pt x="783773" y="0"/>
                    <a:pt x="1009832" y="226059"/>
                    <a:pt x="1009832" y="504916"/>
                  </a:cubicBezTo>
                  <a:cubicBezTo>
                    <a:pt x="1009832" y="783773"/>
                    <a:pt x="783773" y="1009832"/>
                    <a:pt x="504916" y="1009832"/>
                  </a:cubicBezTo>
                  <a:cubicBezTo>
                    <a:pt x="226059" y="1009832"/>
                    <a:pt x="0" y="783773"/>
                    <a:pt x="0" y="50491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3126" tIns="163126" rIns="163126" bIns="163126" numCol="1" spcCol="1270" anchor="ctr" anchorCtr="0">
              <a:noAutofit/>
            </a:bodyPr>
            <a:lstStyle/>
            <a:p>
              <a:pPr lvl="0" algn="ctr" defTabSz="533400">
                <a:lnSpc>
                  <a:spcPct val="90000"/>
                </a:lnSpc>
                <a:spcBef>
                  <a:spcPct val="0"/>
                </a:spcBef>
                <a:spcAft>
                  <a:spcPct val="35000"/>
                </a:spcAft>
              </a:pPr>
              <a:r>
                <a:rPr lang="en-US" sz="1200" kern="1200" dirty="0">
                  <a:latin typeface="+mn-lt"/>
                </a:rPr>
                <a:t>Compare with </a:t>
              </a:r>
              <a:r>
                <a:rPr lang="en-US" sz="1200" dirty="0"/>
                <a:t>Ground Truth</a:t>
              </a:r>
              <a:r>
                <a:rPr lang="en-US" sz="1200" kern="1200" dirty="0">
                  <a:latin typeface="+mn-lt"/>
                </a:rPr>
                <a:t> </a:t>
              </a:r>
              <a:endParaRPr lang="en-US" sz="1200" kern="1200" dirty="0">
                <a:latin typeface="+mn-lt"/>
              </a:endParaRPr>
            </a:p>
          </p:txBody>
        </p:sp>
        <p:sp>
          <p:nvSpPr>
            <p:cNvPr id="45" name="Freeform 44"/>
            <p:cNvSpPr/>
            <p:nvPr/>
          </p:nvSpPr>
          <p:spPr>
            <a:xfrm rot="18420420">
              <a:off x="6203088" y="4875200"/>
              <a:ext cx="251563" cy="340818"/>
            </a:xfrm>
            <a:custGeom>
              <a:avLst/>
              <a:gdLst>
                <a:gd name="connsiteX0" fmla="*/ 0 w 251563"/>
                <a:gd name="connsiteY0" fmla="*/ 68164 h 340818"/>
                <a:gd name="connsiteX1" fmla="*/ 125782 w 251563"/>
                <a:gd name="connsiteY1" fmla="*/ 68164 h 340818"/>
                <a:gd name="connsiteX2" fmla="*/ 125782 w 251563"/>
                <a:gd name="connsiteY2" fmla="*/ 0 h 340818"/>
                <a:gd name="connsiteX3" fmla="*/ 251563 w 251563"/>
                <a:gd name="connsiteY3" fmla="*/ 170409 h 340818"/>
                <a:gd name="connsiteX4" fmla="*/ 125782 w 251563"/>
                <a:gd name="connsiteY4" fmla="*/ 340818 h 340818"/>
                <a:gd name="connsiteX5" fmla="*/ 125782 w 251563"/>
                <a:gd name="connsiteY5" fmla="*/ 272654 h 340818"/>
                <a:gd name="connsiteX6" fmla="*/ 0 w 251563"/>
                <a:gd name="connsiteY6" fmla="*/ 272654 h 340818"/>
                <a:gd name="connsiteX7" fmla="*/ 0 w 251563"/>
                <a:gd name="connsiteY7" fmla="*/ 68164 h 340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563" h="340818">
                  <a:moveTo>
                    <a:pt x="251563" y="272654"/>
                  </a:moveTo>
                  <a:lnTo>
                    <a:pt x="125781" y="272654"/>
                  </a:lnTo>
                  <a:lnTo>
                    <a:pt x="125781" y="340818"/>
                  </a:lnTo>
                  <a:lnTo>
                    <a:pt x="0" y="170409"/>
                  </a:lnTo>
                  <a:lnTo>
                    <a:pt x="125781" y="0"/>
                  </a:lnTo>
                  <a:lnTo>
                    <a:pt x="125781" y="68164"/>
                  </a:lnTo>
                  <a:lnTo>
                    <a:pt x="251563" y="68164"/>
                  </a:lnTo>
                  <a:lnTo>
                    <a:pt x="251563" y="27265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75468" tIns="68164" rIns="0" bIns="68163" numCol="1" spcCol="1270" anchor="ctr" anchorCtr="0">
              <a:noAutofit/>
            </a:bodyPr>
            <a:lstStyle/>
            <a:p>
              <a:pPr lvl="0" algn="ctr" defTabSz="666750">
                <a:lnSpc>
                  <a:spcPct val="90000"/>
                </a:lnSpc>
                <a:spcBef>
                  <a:spcPct val="0"/>
                </a:spcBef>
                <a:spcAft>
                  <a:spcPct val="35000"/>
                </a:spcAft>
              </a:pPr>
              <a:endParaRPr lang="en-US" sz="1500" kern="120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384" y="2924944"/>
            <a:ext cx="10657417" cy="646112"/>
          </a:xfrm>
        </p:spPr>
        <p:txBody>
          <a:bodyPr/>
          <a:lstStyle/>
          <a:p>
            <a:r>
              <a:rPr lang="en-US" sz="3600" dirty="0"/>
              <a:t>Results Evaluation</a:t>
            </a:r>
            <a:endParaRPr lang="en-US" sz="3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MLP Results (True vs Predicted)</a:t>
            </a:r>
            <a:endParaRPr lang="en-US" dirty="0"/>
          </a:p>
        </p:txBody>
      </p:sp>
      <p:sp>
        <p:nvSpPr>
          <p:cNvPr id="3" name="AutoShape 2" descr="data:image/jpeg;base64,/9j/4AAQSkZJRgABAQAAAQABAAD/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2wBDABALDA4MChAODQ4SERATGCgaGBYWGDEjJR0oOjM9PDkzODdASFxOQERXRTc4UG1RV19iZ2hnPk1xeXBkeFxlZ2P/2wBDARESEhgVGC8aGi9jQjhCY2NjY2NjY2NjY2NjY2NjY2NjY2NjY2NjY2NjY2NjY2NjY2NjY2NjY2NjY2NjY2NjY2P/wAARCALDBQADASIAAhEBAxEB/8QAGwABAQADAQEBAAAAAAAAAAAAAAQBAwUCBgf/xABFEAACAgIAAwQECwYGAgIDAAMAAQIDBBEFEiETMUFRFCJhkhUyNFRVcXKRsbLSMzVSdIGhBiNCc8HCYtEkglPh8CVD8f/EABgBAQEBAQEAAAAAAAAAAAAAAAACAQME/8QAKxEBAQACAgIBAgYCAgMAAAAAAAECESExAxJBIlETMmFxgZGhsQTwFDPx/9oADAMBAAIRAxEAPwD9AAAAAAAAAAAAAAAAAAAAAAAAAAAAAAAcrglmVk02ZGRkysTtthGvliklGbS7lvfQ1f4gz8nh6psxpqTnzRlW47UVr9p3b1Hx8OoHaPDnBPTlFP6zTSrFZHeTGyHZL1XFczf8W14Py0czi+Fi2cX4XKeNVKVl8+duCfN/ly7/ADA7ae+qMnz2DkZdeBwy6zJ2si5QlHs4xjGPLPSWl5qJqnxbMst7GmyUlPMurVlahuMYpNRXN08+/wAgPpgQYEsy3hrWTJRyPWipx5X4vlb1033b8Dm43FM3iFdixpRrsx8bVqkkl27etdfLlfvID6E8qUW9Jpv6yDhOS7q7oWWXTupnyzVygnHaTS9To11OVw7h92Rk13xpx6YU5l03fGT7Wxc81yta7uvm+4D6YwfMVZ/EvQ+Fc2RZZZnVuc5xjXFxainqO1rrvx33dDfXl8QtuoxcnIjiy7Cy2VkVCXaanpLxXd1egO3XkU2uKrurm5R54qMk9x817PabT5LE4hficNxnU4vl4bGabiujc0ubz0k969hbxaq5R4cvhK2bebD/ADFGtNbjLyjr7/MD6E8SnCGueUY8z5Vt62/I4KzeJW518aZScaL1Vyvs1GUfV25b9bbTb6aXceJ5F2RPGuty1qXEHWsfljqKjKSXt30318wPpAAAAAAAAAAAAAAAAAAAAAAAAAAAAAAAAAAAAAAAAAAAAAAAAADlZluVPjuPiU5MqapY87J8sYttqUUu9PzA6oJuIdv6Dc8WfLfGLlB6T211118+7+pBg5t3EbpZNOTCGJzwjCLgnz+ruWn3720v/q+gHWlKMfjSS+thSUluLT+o5f8AiXHpt4JmTtqhOcKZcspRTcengQWSycafG/Q7Vj1YlanVVVVBJydW9vp166A+lB89xHjF+OrJY9kbOXCjby6TSk5pcz/o9+XQt4VZmytujlOU6uWLhKbhzb67XqdNd2v6gdQHEtzspcQlw6Fv+fLIjKMuVbVLXM/D/wAZR37Ue+HZOT6fKjNtm7Jqcq4xUHU4qXg163c13gdZyinptJ+Wz0fNcXwrc/jOVRTj405Twq49rdJp1bnZ1jpPb/qu4xZl5+JRxGxZcpxwrIUwi4R11hDcpPW/9TfeB9ManfTGXLK6CfMoaclvmfVL6/YcOeZxGmmUbLXCFltUIXWdm5Q5m1J6j08tb8zXXdbTlXRWQrm+JVVym4x20649O7W/q0B9ID55XZOdwDLy7MyUZTpt/wAiMYpV62td29rXiw8jMqWFi05F1nPQ7HZHslJ9y11WtLflsD6CUlCLlJpRS22/AxCUZxjKElKMltNPaaPnsvKzbMa+vIyoY06sHtZqKi42SfMnve+nqru8zs8L/dWH/sQ/KgKwAAAAAAAAAAAAAAAAAAAAAAAAAAAAAAAAAAAAAAAAAAAAAAAAc/jV99GCpY1irtldVBScU9c00n0fsZZTCVdSjO2Vsl3zkkm/uSQGww2ktt6XtONh2ZV+ffKriE7MSqMobsjDUrPZqKeo/X1f1HT7KN2LGvI5L04rmbj6sn566+PUDapxk9KSf1M9HyuNU6cnEqwnXjO/KyoWWQqi5csXJpLa9iLYcRvjROM8hO2PEFQtqO3DnXTWvJgd0Hz/AA/O4jlZMLdvsnfOE6261GMU2un+rfRd5ZxXOnw6+q+c/wD40oTjKDS+OlzRe/alJfcB1Dy5KK22kvacKd/EcR0TzcmbpVdfaSpjXvnb9bmTW9dUlym3/EkJWV8PjGmu5vMjqux6jL1Zd/R/gB2U01tdUZPmsfGzsLMxsKOTHHjlSvunCmKkq0uXUYuS/wCPF9DZgZ3Eci6F25Ot2TjODdaikuZdNetvaXf7QO7KyEJKM5xi5b0m9b13mYTjZCM4SUoyW1JPaa8z5ujIuuv4ZkW5iuldRbb2fLFcj5V0WvBb112b+HZeTm211Sy/Ro14tNmoQjuxyT2+q6Ja100B3zJ8278nCo4nfXkWWS9MUFBqGoczgubu8E/F6Pby+JVRjVba4RtyIVwun2bnCLjJvaXq96SXTxA7sLIWOahOMnB8sknvlffp/ejYcb/Dzlz8T5re2azJLn0lvUIeXQ7IAAAAAAAAAAAAAAAAAAAAAAAAAAACa7NxqLeztvhCeublb668/wCzKSCr9/Zf8tT+a0DZ8J4Xzmv7x8J4Xzmv7zfGUpRTSWn5mfX8ogT/AAnhfOa/vHwnhfOa/vKPX8oj1/KIE/wnhfOa/vHwnhfOa/vKPX8oj1/KIE/wnhfOa/vHwnhfOa/vKPX8oj1/KIE/wnhfOa/vHwnhfOa/vKPX8oj1/KIE/wAJ4Xzmv7x8J4Xzmv7zfzSTSkl16dD2BL8J4Xzmv7x8J4Xzmv7yoAcu/MphSocOy8Oh8zk+etyi99X0TXXb2MbLxtOeZk4dt7Tjz118vq+XVt/3OoAIK8rhdUlKuePCUYKtOKSaiu6P1ew9SzuHTnCc7qZSre4N9XF61teXRloA58sjhU8f0ecsaVP/AONxTj9x57XgzodDWJ2MnzOvkXK3560dIAQ1ZvDqK1XTbTXCPdGGkl/Q8+kcK5LYc2Ny3NysXKtTfm/M6AAgoy+GY1fZ49mPVDe+WCUV9yPVefw+uPLC+mC23qPTq3tv7y0Ac6d/CbMeOPN40qIpJVuKcVru6GJWcGnVCqaxJV1vcIOCaj9S10OkAOfHJ4VBJQljR1Ds1pJaj/D9XsNalwVUSoUMNUye5VqEeVvza0dQAc2VvB5WwtksR2VpKE3Bbjru09dB23CO3d//AMXtm03Zyrm2vadIAS/CeF85r+8fCeF85r+8qAEvwnhfOa/vHwnhfOa/vKgBL8J4Xzmv7x8J4Xzmv7yoAS/CeF85r+8fCeF85r+8qAEvwnhfOa/vHwnhfOa/vKgBL8J4Xzmv7x8J4Xzmv7yoAS/CeF85r+8fCeF85r+8qAE9Odi329nVfCc9OXKn10u9/wB0UkN375xP9i38ay4AAAAAAAADTfkU40FO6yNcW9Jyets1fCeF85r+885/7fB/mP8ApMq5pOTUUunmBP8ACeF85r+8fCeF85r+8o9fyiPX8ogT/CeF85r+8fCeF85r+8o9fyiPX8ogT/CeF85r+8fCeF85r+8o9fyiPX8ogT/CeF85r+8fCeF85r+8o9fyiPX8ogT/AAnhfOa/vHwnhfOa/vKPX8omG5pN6j09oGj4TwvnNf3j4TwvnNf3lS6oAS/CeF85r+81yzuHuztVdR2yi4xm+rSfh9W0vuLgBxIZuT6ys4rw/Ti0nCiW0/B9Zm3CfC8TCoxldTYqXzKUkt8/VuXse2/vOsAIrM/h9tcq7bqZwktSjLqmvajEc3h0ZznG2hSs1zyWty0tLfn0LgBzabeD4++wWLXzLlfJBLa8u4zj5HCcVSWM8alS7+zio7+46IAheZw13q92Udso8qs0ubl8t+R4pv4Rj2SsoeLVOfxpQik39bR0QBEs/h6tdiup7RpRcvFpb0t/1f3mFm8NXaatoXaPc+i9Z6118+hcAOZCzg1dU6q1iQrs+PCMElL61rqZru4RVBRr9FhFSU0oxSSku5/WdIAc5X8IjdO6LxlbNalNRXNJe1nhvgjoVDhhupPmUOSPKn560dQAc2y3g9qrVixZqtagpQT5V7OnQ3Q4hgQhGEMiqMYrSSekkWACX4TwvnNf3j4TwvnNf3lQAl+E8L5zX94+E8L5zX95UAJfhPC+c1/ePhPC+c1/eVACX4TwvnNf3j4TwvnNf3lQAl+E8L5zX94+E8L5zX95UAJfhPC+c1/ePhPC+c1/eVACX4TwvnNf3j4Swm0vSa9t6XXxKiXifyGX2ofmQFYAAAAAAAB5lJRi5Seklts9GnK+SXfYl+AGlcTwWtrKr19Zn4TwvnNf3nvHbWLQkurgvwNvr+UQJ/hPC+c1/ePhPC+c1/eUev5RHr+UQJ/hPC+c1/ePhPC+c1/eUev5RHr+UQJ/hPC+c1/ePhPC+c1/eUev5RHr+UQJ/hPC+c1/ePhPC+c1/eUev5RHr+UQJ/hPC+c1/ePhPC+c1/eUev5RMxfMuq00wJvhPC+c1/ePhPC+c1/eVACKzP4fbFRsupmk00pdeqe0/vJL8+93ydHEsCNO+kZ0ylL71JfgdgAcqn4Dok5VV4Vcmmm4VxW0+/wKYcQwK4RhC+qMIrUYrokvJFgAgWVwuMoyU8dSg5Si0ltN97X1+J4ldwiV/by9Fd3R9o4rm6d3U6QA53bcI9J9I/8Ai9v/APl5Vzff3nq7M4ZkQUL7KLYpqSU0mk13PqXgDnWXcItujda8WdsfizlFOS+pmyedw6xxc7qZOEuaPN15X5r29S0ARPO4dK2NkrqXZBNRk+9J9+n/AENau4Qsn0heiq//APJyrm+/vOiAObC3g9djsrWJGcm25Rik3vv66E7eD2KtWeizVXStSgnyfV06HSAHOd/CXZZY3jOyxcs5cq3JeTfieYz4LCiVEI4kap/GrUEoy+taOmAIKMvhmNFxonj1Rb21BKKb1rw+pG34TwvnNf3lQAl+E8L5zX94+E8L5zX95UAJfhPC+c1/ePhPC+c1/eVACX4TwvnNf3j4TwvnNf3lQAl+E8L5zX94+E8L5zX95UAJfhPC+c1/ePhPC+c1/eVACX4TwvnNf3j4TwvnNf3lQAl+E8L5zX95vqtrurVlU1OEu6SfRnsl4Z8ij9uf52BWAAABN6fhpQby6NTbjH/MXrNPTS69QKQaXkULIVDurVzW1W5Lma89d5iGVjzdihfVJ1ftNTT5Pr8gN5BV+/cv+Wp/NaVU31ZFasothbB90oSUl96Jav37l/y1P5rQLKv2UfqOdxfLuxnXGmXJzbblrf8AQ6NX7KP1CdcLFqyEZLya2bjZLynKWzho4ffPIw4WWL1n4+ftKTCSS0kkjJl7bOny18uIQWZl49vZqnKnHnla5cybSUeRrSS3v+hTPMz6eLRxXl1csZxio3SjGV0XrbSUer6tLTXd1O9KcYQlOcoxjFbbb0kvaek9hr5P0625yusyI2XrEtdlLrWqJc0PU7vxKeIZV9uLxOEc6VWTCuxV4tcUpJJdJJ65uvftdOp9DOcYLmnJRW0tt66t6R7A+fnmygpyqzlOpwq5svlg2ouU9y2lrw13aRqjn59+lDK5IwovsjYq4/5yhNKMuq7mn4f0PpQBpjJzrpm++Wn/AGNx4n8aH2v+D2AAAAAAAAAAAAAAAAAAAAAAAAAAAAAAAAAAAAwAAMNpLbNOVlU4lPaXz5Y93m2/JLxNKx77s5X23ONEOtdcNrfTvl/6M2qY8br1hZjzJTlCmUaF8SyXTn89Ly9pWNaQNjMrLeIiu/fOJ/sW/jWXEN375xP9i38ay4MAABz6+ISjkTqy6FRy1u3asUvVT118n95qjxeVlcOzxJdvZdKqFU5cvct7b8Ohsx+Gcivjk2rIV73NyhqT69OqfcvBHhcGqqanj2Tqtjc7oz+Nptaa0+9aYHizjahSrVjycIVq2/cknUttPp4tNP7jdXxN2ZarVElRK2VMbeZdZxT308ujW/Ya7OC1yp7JX2KEq1XctJu1bb6+W233eZtr4ZGvKViun2StldGrS0pyTTe+/XVvXtA957/z8FePpH/SZVH48/r/AOCDOx6FnYV/Y19s79dpyrm1yS8S+Px5/X/wBo4hdPHw7LK1uS/t17yThGZdkOyN0udR01LWv6HTaTWmto8wrhWtVxjFeSWitzWk2Xe2w4XFa8rJ4ssfGlpvFk03dKChLmSUtJdWvI7g310Sp8w8/iNfDse6zNiu2nNStny1xr5W0lvlff7fLpoxlZ+RdGFeTlV1z3juNNcdxu3KLlJNret/drr3n00JwsTcJxkk3F6e9Nd6PYHAWbONkIW5kcOp2W6moR/zJKxpR6rXd/V7NePkWwmovKlkXLOsi6bOVutascddNraS/p3dD6CuyFsFOucZwktqUXtM9gfMw4nmTqSpzFa5yoUrOzj/AJM52KMoa15eD6rzOvw+22dGRXfZ2sqbZV87STktJreum+peeZ/El9QGY/FX1GTEfir6jIAAAAAAAAAAAAAAAAAAAAAAAAAAAAAAAAAGAAAMSkoRcpNJLq2/ADJJLNbzli01Ssa/aT7owWun1v2Gm2dnFKoeh3uvHk2p2JNSev4fZ7S+EFGKS8Frr1M7XqY99vRLxP5DL7UPzIqJeJ/IZfah+ZGoVgAAAAAAAGnK+SXfYl+BuNOV8ku+xL8APON8nx/sL8DZbJwqnKK5nFNpeZrxvk+P9hfgbwOLw3iGTfmKuySnGab0lrlO0eI1Qg3KEIxb72l3nsrKy3hOMsnLnccdiw6lVtylfXHSm4bTkum13HMrlxXDWenfzvHgrK6V66XM5dHJrmaSSf8AQ+k3o89pDtOz549prm5d9deeiVPnquJZLx4dtxGiNMrnH0quUbNertRb5VHbfs9neaMDMup4fU4SjBejVOVvIt1p2TUpdfJeD6I+rPEbISnKEZxcoa5kn1W+7YHz2VkOMrLFxSVsJYUnWn2bhfJc2+nL18O42VcQyPTYVu9RlzQhHGUF69bgm7O7fRt93Tpo+gAHF4Tl5c8jGjk39ssnE7fXIo8jTitLXnzePkdeHfL6z2eId8vrA9gAAAAAAAAAAAAAAAAAAAAAAAAAAAAAAAAAAYMmAABFbl9s7sfCnB5MEt8ybjHfm14+wzbZja9Z2asSMVGuVttj1CuPe39fgimLbinJaeuq8jTh4zxqVCds7pt7lOb22/8AhFAjctdQJeGfIo/bn+dlRLwz5FH7c/zs1KsAATZ1N2RiTqx7Y1Tn05pRbWvHxXgcWOJnVYLwrMSM67rbeedMYrlrcu5Jy73/AGXtPowBxJYd/plkfR9qzLher9rUYqMU13730a/qSvhmZPHhX2HK6MfspbktXvnjLz7movv/AIj6UAQcPqsjbl3TpdCusUowbW1qKW3ra8DVh1Tq43mKd9lzePS92KO161nTokdQgq/f2X/LU/mtA2W15NlFaxr4VS8XKvm2vvR5nTnOiEY5dUbU/Wm6dqX1LfQphzRio8u9dO8zuX8P9zNKmViWdOc6K4wy6o2LfPJ07UvLS30LDzuX8H9xuX8H9zWW7fK5dOX/AP5GEq83s7O1dEaIy1Kbb3za71rWt9O/xLEuILi7k7LlGMvVrVU3CcOXu5t8qe/Frezvbl/B/cbl/B/cMfM4nwhbXbG2vJdcnRNRshP1ZdouZJy6vS8tLp0PqTxuX8H9xuX8H9wPYPG5fwf3G5fwf3AT+ND7X/B7NbUpOO1pJ77zYAAAAAAAAAAAAAAAAAAAAAAAAAAAAAAAYMgADAAny750UylVVK6zolCPe2/wRrnnQsy3iUc0rEnzzitxr6dN+32GcHCjiRlJzlbdZ1ssl3yf/C9hm/suYzHnJijFdnY35sISyYJ6cd6jvy/9lgA0m5WgMg1iG7984n+xb+NZcQ3fvnE/2LfxrLgAAAAAAAYAjz/2+D/Mf9Jm+anKNqrkozfdJraT15GjP/b4P8x/0mU6kpNpbT9oE1VOdGuxW5dU5teo1TrlftW+oqpzo1WKzLqnNr1JKnSi/at9Srcv4f7jcv4f7maX714x42wpjG+yNlnjKMeVP+m2cfi9eR8K12Qhkdh2KjbOhPm5efqk1133d3XWzt7l/D/cbl/D/c1F5fLdlxCONCMJZVFLuvk5dlOVm3P1G1Fp92+/p5lM7OIrjOO4rI5VOELPUnyTg49Zd/LHr4d/TvPoNy/g/uNy/g/uBHwWudXB8WFkJQnGtJxktNF543L+D+43L+D+4Hs8z+JL6jG5fwf3MScmmuXv9oHuPxV9RkwuiSMgAAAAAAAAAAAAAAAAAAAAAAAAAAAAAAwZMAACXMzqsTkjJSnbN6hXBblL/wDvMb02S26iiUlFfgvMgpjbxGuz02hQx5tOFUt83TruX/o2RwFLNeVfZKyS/ZRfRVr/AJftLTO1bmPXbEYqMVGKSS6JIyAahkk4n8hl9qH5kVknE/kMvtQ/MgKwAAAAAAAS5efi4corItUHLqujel4t67l7X0NmT1xLvsS/Ah4lh5Nt1s8eNcldjyofPLXLt9H3dV1fT6jdmYddnD3XZK3/AC62k4Wyhvp48rWwN2N8nx/sL8DVGnO9J5nl1Onm3ydj115b3/fRtx0/RqGlvUF+Bt3L+H+5mmzLSWFOcsnmll1unb9RU6evLe/+DbRXkQssd98LIt+oo18vKva9vZt3L+H+43L+D+4025WoeM122Y1Sog5TV9clpb1qS6v2HDVefz3WYsc1WPGrjOd8JNp8/r8u9eG+i/ofVbl/B/cbl/B/c1L5rIeeuG1wrsy5ycpuFiqujKOkuWLW+Z9d9ZPR0uDq95GVdkVzhK2NMnzRa2+Rb/udPcv4P7jcv4P7geweNy/g/uNy/g/uB7PEO+X1jcv4P7iCa3vvb2B7AAAAAAAAAAAAAAAAAMAZAMAZAAAGDIAGABkGA3pNvwAA5mNxdX5KrdTjGXxZb/E0S423mOFcYSqjLlfXq/aX6ZI/Exdow2ktt6NeRkVY1MrbpqEI97ZHOn4Wpqnb2tVD25UyWnPy37PYc7XXHHfN6e5X5Nud2VVXLRW/8yya+N07o/8Asox8anFq7OiChHv0vE2xiopJLSXRIyNFy3xAAGpZJOGfIo/bn+dlZJwz5FH7c/zsCsAAAAAAAAgp/f2V/LU/msLyCn9/ZX8tT+awC4GQBgGQAAAAAAAAAAAAAAAAAAAAAAAAAAAAAAAAAAAAAADBkwAAPFtsaa5WTeoxTbfsA9NqK23pLxILbMnMlWsKyMMd9ZXpqTfXuS/5MRi+LY79Jpspp5txi5adkf8AyXgvYXwhGEIwglGMVpJdyM7dOMP3YhXCG+WKTk9vS1t+Z7ANcwGQAAAEN375xP8AYt/GsuIbv3zif7Fv41lwAAAAAAAAEWf+3wf5j/pMtIs/9vg/zH/SZaBgGQBgGQAAAAAAAAAAAAAAAAAAAAAAAAAAAAAAAAAAAAGABkwAAAII5csvJsx6a5djFONl2+XUvKPmzLWzG1sycmyUZ14XZ2XxaUk5fE34v/0e8aiVdcHfNXXRWnY4pN7/AODOJiU4dXZ0x0u9t9XJ+bfizeJ+qrlOsQAyagAAAk4n8hl9qH5kVknE/kMvtQ/MgKwAAAAAAADTlfJLvsS/A3GnK+SXfYl+ADF+SU/Yj+BtNWL8kp+xH8DcBgGQAAAAAAAAAAAAAAAAAAAAAAAAAAAGDVdkU0JO2yMN9233m05vFOH25VkLKpR3Faal0Nxkt5TlbJw6MZRnFSi00+qaMmjCx3jYsKXLmce9mni1V1uFKNCblvbin3ryGpbo3dbWpp9zB81/h+zLjluqXM63vmg/9Pt9nU7nEb54+HOytestdfL2lZYaumY57m1Ib0ts5nB8u7J7SNr5+XWpa1/Qvvr7aiyveueLjvyJs1dVsu5uPNWVRc2q7YSa70mbj5i7hGXXbGTirI60lB7O/hV214dcLm+0S69d6Kyxk6qccrbzG1W1ym4KcXNd8U+qPOTkU41TsvmoQXizh/BmdVZKcF60NtTT6y+r2nF4v2/+WrXZrr0nvv8A6l4+KZXtGXluM6dmGXweUbZQm6pyTit7etrvRxZZVeLn9pCcJuPxXDqn95Aq7JpuFblyrbeuiR4UUm34nomE3qXblbqTLOa+z7Hh3E6MuErc7JqTnJONEktV67u/vftOvRlUZG+xthPl7+V9x+fV41tlbtjF9mnpy8N+RuphlUpzhzwUotbXTfsOd/4+M6qv/Jyyu7H3dWVRdNwqtjOS70mbj5L/AAxjXPP7WSkoQi9/X5H1pwzxmN1Hbx5XKboCPilttWHKVO09rbS6peZo4LffdXZ2rc4Jrlk/7oz142r2+rTqEnDPkUftz/Oysk4Z8ij9uf52SpWAAJs/JeJiTuVc7JLooxi5Pb6Louujj0Z+TbgU3rLscoZvYz3Soc8XYlrTXTo/A+hJbsDEvio3YtNkVJySlBPTb239ewOfPMyfTLpq/lrpyoY6o5V66ko7lvv362+nToSz4pmU0Rtdym8jHlbqUVqh88Y+HekpPv8A4Tu+iY/bxu7CvtYrSnyrmS+sxHDxoOxxx6k7f2moL1vr8wNPD7Lu1yqLbnf2M0lNpJvcU9PWl4mnDtnbxvMc6J0tY9KSm4tv1rOvRsvooqx4clFUK4b3ywjpEtP7+yv5an81gF4AAAAAAAAAAAAAAAAAAAAAAAAAAAAAAAAAAAAAAABgAAASZuRdXBRxae2tk+VdfVi/OT8g2Td095OZTjSrjbPUrJcsIpbbf1GrHxb/AEuWTk3OT6xrrg2oxXt82bKcWKnG+6MJZPIoyml+HkUmaVuSagAZNQAAAAAAAAhu/fOJ/sW/jWXEN375xP8AYt/GsuAAADh49lbsyrI513oUK2rLZ3b3JPq4+SXVdOnl3GpW29njV2ZN1eLkZMkpys1OMORuMXLvW2t+fcjtxxcePNy0Vrm6S1BdTKx6YwdaprUG9uKitP8AoB85dm5Dw3b6VYrasdWY+pa7aXPJLa/1bSj0/wDIqx8iyXEYylkz7aWXZTKjm6KtJ6fL/SL37TtuuuTi3CLcfi7Xd9Q7OHac6hHna1za6/eBz86WT8IYUXVV6P2/SfaPm3yS/wBPLr+50yLP/b4P8x/0mWgAAAAAAAAAAAAAAAAAAAAAAAAAAAAAAAAAAAAAAwZAGAR8SzJYdMZQipSk9Lfchw/MeVjynZFRcHqWu431utp9pvSw02ZNNVMrp2xVce+W+iPk+K/4iuyo200RUKX03/qaIeGZcca3nyaVbH40YN9E/BnT8HLX6pnkx3u9PsLK7OIyqsjdKvEaUuWKcZzftfgi9HIn/iLErx67FGcnOO+VeHgUcO4nHOk49nyS1zLrtNEfh5SbsXfLjlxHQMmDJLQAAYAJcvOpxHFWN80uqSW3oSbZbJ2qJeJ/IZfah+ZG+q2F1UbK3uMltM0cT+Qy+1D8yDVYAAAAAAABpyvkl32JfgbjTlfJLvsS/ABi/JKfsR/A3GnF+SU/Yj+BuAAAAAAAAAAAAAAAAAAAAAAAAAAAAAABgyAMAyAMaQaUk01tMyAPEK4Vx1CMYryS0egABwc/JzIcRcYSmtNckV3P/wBneMSaj1bS+srHLScsfYT9Xb/qfFf4gyZ8QzJKnrCp8icVvfmfTp5GZkW12VKvEScGpfGs9q13I2WUYWHUrZU1wjUklqPd5DDLVVnjJOe3I4bw2/4AvxpRcZWPcVLo33HEt4LnVtbx5vfdpbPtcXMqy4ydTe496a00JZuNC/sJWpWd2vb5bOuPkyxt1HDPx4582vifRM2rVDhZFp75Ov36PreCYtmNgJXb55Scmn4HR0Cc/Lc5puHimF2aSAMnJ2YCWu4yABJwz5FH7c/zsrJOGfIo/bn+dgVgAAAAAAAEFP7+yv5an81heQU/v7K/lqfzWAXgAAAAAAAAAAAAAAAAAAAAAAAAAAAAAAAAAAAYAyYAAHjtIc7gpx5l4b6mvMt7LEumpxi4wbTk9JPR8ZRTxCXEI2Vu3v5lNb9YrHHbLX1azFnTux8WU48sdO+KTin5LzZvw8SrDp7OpPq9ylJ7cn5t+Ztqgq61FRjHzUVpHsjS7lxqdABk1IAAAAAAAAAAIbv3zif7Fv41lxDd++cT/Yt/GsuAAAAAAAAAiz/2+D/Mf9JlpFn/ALfB/mP+ky0AAAAAAAAAAAAAAAAAAAAAAAAAAAAAAAAAAAAMAACHinEq+G0xnZFycnqMUQR/xLVbBdjU+08YyetFTDKzciL5MZdV2b6K8ivktgpR79M5XFJwophgYUZStk9yrr6tR8Wzjw4zxLLylHHt05y5eVJPl/ofWU0quKb9aekpTaW5a8xd43S8fWzdfJ4P+Gbrree5uuvfiurXsR1cz/DeNZXBY3+VOPftt8yO4CvxMvhFwmXb52z/AAy3CChck9al5f0OvgcPpwYarTctJOTKwZl5Mspq0x8eON3GQAQsAAGCDiHDVmTjZGzkklp9N7ReDZbOYyyXitWNRHGojVFtqPi/E1cT+Qz+1D8yKiXifyGf2ofmRjelYAAAHiak4SUGlPXRyW0n9QGZyjCLlOSjFdW29JHh5FKp7Z3V9l/HzLl+8jt9NpotsynRl1xjtU048lKT8O+T/A50MdxWPkyx7ba/SJ2X1KmS5ZShpOMWk2l3b14tgd53VRlCMrIKU/ipyW5fV5nnK+SXfYl+B89Zg5CxVT6LN3WY9UKZJbVMlJvq/DW0/wCh2+JRyJYlno9tVeoy5u0rc9rXhqS0BuxfklP2I/gbjTi/JKfsR/A3AAAAAAAAAAAAAAAAAAAAAAAAAAAAAAAAAAAABgAACe/JUHKqlwsyeRyjVzabDZLejMzKcKntLm+/UYpbcn5JeLJ3h+nW05GTzqEUpRx3rUZeb13m3Ex7o1qWZZG63m5ukekPYiszvte/X8vf3DRl4yyseVUm477mvA3g3pyvKLh+AsJTbnzzl3vWuhLZweU8t2K1KuU+Z+fno6kLa7G1CcZNd6T3o9le1l2n1xs0AyCVgAAAAAScM+RR+3P87KyThnyKP25/nYFYAA8WTjVXKybUYxW234I53w3R2KsVGQ/juUeVc0IxepSa33f39hZl4teZQ6bubkbTfLNxfR7XVHNjwKVNdkaMuSdvaxm7E5vlm99NvvXn9YFa4rQ8nsowslDnVbuSXIpNJpd++5rw11Na41jckpShbCKh2kG4r/NjtLcdPza79d6MQ4S67eWu9LGdsbnW4blzRSSXNvu9VPuNXwG5VqueT0qq7KhqGnBc0ZJvr1e4x8u4DoYmXHKVn+XZVOuXLOuxLcXpPwbXc14mmn9/ZX8tT+aw2YeNOmV1l1istukpScY8qWkkklt+RPiUV0ccy41R5U8elv3rAOmAAAAAAAAAAAAAAAAAAAAAAAAAAMAHGs4tdHNcFCPZqfJy66vro2Y29JuUnbtAwZMUAADABrutjRTO2b1GC2wJeJ8QWBVB8qbm9Lb6HLzuO8+HCVU3W9tT5Or9mvrOLxTi88/J9bagn6kN9yOhhcGsnTOdORXZKS9ZJtcr8kn+J39ZjJvtxlttt6+33SU2OMqrs+tyfNzckn0mvBs38PzpXcTqfrRlKa3Jvw33EPEKsh3zUo2dNcylvfcdv/DvB3XFZWVCUZp7hF9Ne06WY447vbl7555anUfRgGTyPWAAAAAAAAAAAAAIbv3zif7Fv41lxDd++cT/AGLfxrLgAAAAi+Esdc/aK2rkg7NTra3Fd7Xn4feY+Fcbl/8A9nadp2XZcj5+bXNrX1dQLgQS4tiRhCfPJwlFTclB6jFvScvLr+DPcOI488r0eLlzc7hzcr5XJLbjvz1+DAxn/t8H+Y/6TLSLP/b4P8x/0mWgAAAAAAAAAAAAAAAAAAAAAAAAAAAAAAAAAYAAw3pbMmjLy6cOntb5cse5Lxb8kvFhslt1HzPFbcjirrhGC6SfLFLqeOCcEnlOc8mE66e5ST5ZSf8A6O7Dhyt4hHMk1CuPWEILlbbXVy/9HTOl8ts9ZxETxY432vN/0nx8PHxYKNFMIaWtpdSgA5q7ADIAAAAAAAAAAACTifyGX2ofmRWScT+Qy+1D8yArAAAAAAAANOV8ku+xL8Dcacr5Jd9iX4AMX5JT9iP4G404vySn7EfwNwAAAAAAAAAAAAAAAAAAAAAAAAAAAAAAAAAwB3AATV52NZKSjdFuK29+XmTWSlxWiPol8q8dyanNRalJL+F+XtF4bjPbn4bbcyz02ONRS5vo7JvpGC+vxfsNmLhU4rnKtNzse5Tk9yf9TdXCNcIwjvUVpbez2ZpVy41AAGoDTlwnPEtjU9WODUX7dG4Bj5ngOJl1cQ57IThCMWpc3ifTAFZ5e12nDH1mmQASsAAAAACThnyKP25/nZWScM+RR+3P87ArAAAAAAAAIKf39lfy1P5rC8gp/f2V/LU/msAvAAAAAAAAAAAAAAAAAAAAAADAGTBkAYNTx6Xb2rqh2n8WuptAAyYAAAxKSjFtvSXVsCHifE68CD9Vzs5eZRX/ACfNW/4jzMmueO66mrly718XZTxTLr4nfJVKUaYai7F0di8df+zqY3+HuH0WV3QhPcdSSlLps6y4ycxNmUy/WfDiY3+HrrrJOMXBa6uxNdf+T6HhXD54Sk7JJykktLu0jogzLyWzSZhJd1qsx6bJqc6oSku5tdTaAc16DIAaAAAAAAAAAAAAYAiu/fOJ/sW/jWXEN375xP8AYt/GsuAAADjR4fm3rKeYsdXWx1CyFkpKKT3GPK4rS8+vUx8GZnpHp3NR6X2vP2e32fLycmt63vx3r2HaAHDt4NkSx5URtqccinsr5Paa9aTbiv8A7NdfYb6eHX15cU51+iwvnkR7+fck/Vfhrcn1+o6oA5ufj0rOwb+yj2rv1z6665JeJ0iLP/b4P8x/0mWgAAAAAAAAAAAAAAAAAAAAAAAAAAAAAAwAAIM/iKw7I1qvnk1t9dJIvOXmPGzc2OMoTnZFPnsh0Va8m/8Ag2WS8nrllPpS8X45PHxaLMWK5rdt83Vr2G/g1r4ljQycuuEr6pSUZJdF3dxNlf4eUcVLH1Zbp88rO+X/AK+o9/4fxcnGnJThKFeuqa0m9+Bfrjcd/KbnccvWdfd3QDJzUwDIAAAAAAAAAAAAAABJxP5DL7UPzIrJOJ/IZfah+ZAVgAAAAAAAGnK+SXfYl+BuNOV8ku+xL8AGL8kp+xH8DcacX5JT9iP4G0DIMGQAAAAAAAAAAAAAAAAAAAAAAAAAAAGAABrt5ZVuEnrnTS69X08DRm59eGox5ZWWzeoVw+NL/wDXtMLBjPN9LulKcl+zhLur89e32mb+y5jxvJyuHcJtus7TNhFUf6apL1n7X5fUfQRioxUYpJLuSMg3dvabftxAxJtRk0ttLojIDHE4dn5V2dGE5c8Zb5o61ynbMKMU20km+/oZKyst4TjLJyGTBklTBkAAAAAAAAAAScM+RR+3P87KyThnyKP25/nYFE5qEJTaeopt8qbf3LvIIcawrLIwXbpysVW5Y9iXM3rTbWkdI+YV1EuKXQcLFXDJhy09t0lN2NOXLrpprm1vu6gfTgnzFW8WxXQ54NacXW57/wDqu8+btwpvCny1OUv8yNEPRpKKb01KEf8AQ0+nX6wPrAfOwx7lmt31WTze3qddyi3FVqMeZc3cl0n082Tei5PYyVFF0bfR5LLai4u2fPHuf+p6U+q8wPqyCn9/ZX8tT+aw8cIrjW8rsKZU4zsTqhKDgvireovuW/8Akxidt8OZfbODfo9OuRPu5rPMDpgAAAAAAAAAAAAAAAAAAAAMAHE4osz0z/L7Xk0uTk3o3GbqcstR2zJrp5+xh2nx+Vc31mwxQYAAAHI41xyHC3GuNfa3SW+Xekl7TZNjxxX/ABDTw+7sYR7Wa+N10o+z6zGDxF8QzIzncqqu6FKW+d+bev7Hz1OI+L5qtfqytnuUV15evU+lx+CRoug1buqDTS116HTLDGTlzmdl+nn/AL8L54WNZZGyVMXKPd0KADk6AMgAAAAAAAAAAAAAAGDJgCWWfjRyOxdq5967nrflsqOVPg/NluztdVuXM4669+9HVKuvhONvyiu/fOJ/sW/jWXEN375xP9i38ay4lTn28Xxab5UzWR2kU21HGsl0XjtR7iym2F9MLq23CyKlFta6P2HH4tOC4pj1886ZShqdsbeRuO301rrp/dv2nT4dKEuHY0q4dnB1RcYb3yrXcBSAAAAAiz/2+D/Mf9JlpFn/ALfB/mP+ky0AAAAAAAAAAAAAAAAAAAAAAAAAAAAMAAcy/jmHRl+jzc+j1KaXqxZbk5VOLDnvsUF+JwauEQ4tkTy7FOrGslzRhvrNefsT8ipr5NW8zp1L55Gcq1hXRhjy6yvi9vo+5L/k5H+JrbacmqFfSMo8z6d78/rPpYRjXBQhFRjFaSXga8jFoyUlfVGzXdzIYWY5brPLvPH1x4S8DusyOF1Tt25dVt+OmdA8whGEVGEVGK6JJdEejLd3ZjNTTIMGTGgAAAAAAAAAAAAAAABJxP5DL7UPzIrJOJ/IZfah+ZAVnPt4vi03ypmsjtIptqOPZLovHaXcdA4nFpwXEseHPOmUo6nbC3kfLvu1p76/dv2gdam2F9MLq23CyKlFta6P2G0l4c4S4djSrhyQdUXGO96Wu43zk4wlJRc2lvljrb9nUD2Dnzz8jsbGuG5MJKO48/I033f6ZN/28DlY2XfbDHovyr4QllWwsukuzk9JuMU/D/8AWgPpTTlfJLvsS/A+eszsh4qu9KmraseqdUU0ldJya6rx3pL+p2+JSyI4lno9Vdm4y5uexw0teGk9gbsX5JT9iP4E/FbrqcTmp2ntJyS7kUYvySn7EfwNrNl1WWbjm8Gvvvqs7VuUU/Vk/E6QS0Bbu7MZqaZABjQAAAAAAAAAAAAAAAAAAAAAMGTADZJfkSnC2rClXPIhpNSl0hvxf/o8LKsyMyWPVTLsYbVlsm49fKPn9ZvxMSnDq7OmOlvbb6uT82/Fmdr1Me+2MXHlVVBXWO61b3ZJLfXv17CgA1Nu7ugMgMAABgyAAAAAAAAAAAAAAACThnyKP25/nZWScM+RR+3P87AqPn8evJbWTk34nMsp1u6FL7T9rpQTfh/p+o7mRN1Y9li0nGLfXeui9nU+ahk41vGIzhOhxnetQ5rkubffy65eb/kD6oAAAAAIKf39lfy1P5rC8gp/f2V/LU/msAvAAAAAAAAAAAAAADAGQYMgAABgGQBgAAA+iNGRl041c52WRXIm2t9T5TN/xDl5NsoY/wDlVta8Htf+ypjb0zcdLjfHK4UujBu5r9+tKK+KvrOJg8Ly+LTnbzuXrJTsmzocJ4LOy9u+EoVJb7tNs+lxcarFqVVMdRT39bOm54+u3O7z4nTGHiVYWPCmpajFd/n7TeAcbdukmuIyAA0AAAAAAAAAAAAAAAAAAAwZAEN375xP9i38ay4hu/fOJ/sW/jWXAcbMpycnidle8OyqNcZQruqc3Hq9vy6/8HRwXzYOO+17XdcX2mtc3Tv0cHjOXTZlKEraoW180W1K6EuXfduC6rWt+072C4ywaJQUFF1xa5N8uteG+ugKAcO/MyaIcSishzlXbVGpuMdrm5ei6a8e9/1PNGZlXWwxrMuVDU7eaxxg5ery6i+nL3S30XgB3gfOU8UzLqYZDt5HGOO+yUVqzna2+q349NeRTh5mRPLx3PI545E7oyq5V/lqLemum/DT35gW5/7fB/mP+ky05udbL07Bq7Gzl7ffadOX4kunfv8AsdIAAAAAAAAAAAAAAAAAAAAAAAwAANOTk14tXaWtpb0td7ZjFyq8qtzrb0npprTRurrbNzem85fG+Kx4bQkuttm+Rf8AJr4rx6rCjOFK7W6L5deCftOfDsePQivi5tcfWnJaUl/wVjje/gtxk5rm4t+TxDiFassc3LcYKUnqOz7LCx3jYsKnLma22yThfBqMDVjipXfxddL6jpm55TrHpOPtecgAyc1sAyAAAAAAAAAAAAAAAAAAAAEnE/kMvtQ/Misk4n8hl9qH5kBWcfMoycnic694dlUa4yhXdU5uPV7fl/8A8OwfM8Zy6LMpQlbVC2vmi3zXQly77twXVa1v2gd7BfNg0PtO13XH19a5unfooJ8Fxlg48oKCi64tcm+XWvDfXRQANU6KbK3CdUJQb24uKab89G0AapUVSlCUqoOUPitxW4/V5GMr5Jd9iX4G405XyS77EvwAYvySn7EfwNxpxfklP2I/gbgAAAAAAAAAAAAAAAAAAAAAADAAAGu21VxelzSSbUF3vXkCTZfdXj1SttmoQittsjsrlxNU2RunXitczgk4ym99NvwRnHouyq+fiNde+dTrr1vs/rfiy9Gdum5h12dxkwZNc2AZAAAAAAAAAAAAAAAAAAAAAAAJOGfIo/bn+dlZJwz5FH7c/wA7ArPm1bRLOtr5shUQyoS7PmjqVjta33b0pLet/wBj6NvS2z53hf8A8viduR6BQ7FPnjdbuNjrk3ytLl69NpdfAD6MGq92KmbqcYzS6OUXJfcurOHdxvLhRuMa3OPaN/5M+vLrW473De+9939QPoQciPE8id0rIRp9GruhRJdXKTkovmT3rXrrw8DQ+NZNdUbZ11SV9LtpSTXL60YpSe+vx11Wu5gd4gp/f2V/LU/msPeDffOeRTk9m7KZJc1cWlJOKfc29d/maMS6u/jmXKttpY9Ke01/qs8wOmAAAAAAAAAAAAAwcfiXEcijLddfLGMUn1W+Y7BrspqtcZWVxk49za3o3GyXlOUtnDNM3ZTCbjyuUU2vI9gGKZAAAwABiTUVtnyGV/iXMWRLs+SFafRa29GrjHFMifEZRm9Rrk4xh/X8S/B4JXxKj0rJlySmtRjX4a8XvvbO8kwm8uXHnPrjX+XIhg53F28iuqUozlpyckjscK4A6r+fJrajFa05Lq/6eB3cLDqwcdU075U9tvvbKCb5L8K9Jf2+wAZOToAAAAAAAAAAAAAAAAAAAAAAAAAACG7984n+xb+NZcQ3fvnE/wBi38ay4Dj8RmlxSmFdl1Vs4KM5wcdcu3rpJPxT7i7hzrfDsZ0qUa+yjyqT20tdNnJ4pKOVxiGO8KrKriuRu5NRhZrm0mk+rj/wdypSVUFKMYyUVuMX0XsQGiPDsGM7JrDx1K3asaqjue+/fTqeng4bojQ8Wh0xe1W61yp+eikAaZY1E7YWzorlZWtQm4puP1PwEMaiu6V0Ka42z+NNRSlL62bgBFn/ALfB/mP+ky0iz/2+D/Mf9JloAAAAAAAAAAAAAAAAAAADAMgYAIOI5sasC26m2HqaTkmny9RJtjbn4scuns5T5JJ80WfJU8XyKbrKMazUZPXMorv7uhLZZmZ2cpV2WWNtcrXefV4fA6qL4XTanKPVLlXed/yzVR3dzv8A04Uf8OZk8nlcfUk+Z2tp/wBfrPoOFcGq4bKU+d2WSWnJrWkdMEXyWzXwTCe3teaAyDm6AAAAAAAAAAAAAAAAAAAAAAAABJxP5DL7UPzIrJOJ/IZfah+ZAVnH4lJLidMK7LqrZw5Zzg465W3rpJPx33HYPn+KSjlcYhjvCqyq4rkbuTUYWNcySaT6tf8AAHX4c63w7GdSkq+yjyqT29a6bKTXUmqoKUYwaitxj3L2I2AAAANOV8ku+xL8Dcacr5Jd9iX4AMX5JT9iP4G404vySn7EfwNwAAAAAAAAAAAAAAAAAAADAAABkF99mVXKvh1tfMp8k7H17Pz0vFmbbjjt7yc+NORXj1wlbfPXqR/0rzb8EZx8CFWTPJnKVt8tpSl/pj5LyN9NXZVxi5OckknOXe/rNg0q5amsQAyagAAAAAAAAAAAAAAAAAAAAAAAAAAAk4Z8ij9uf52VknDPkUftz/OwKmk00+5kNPCMSi2NlatUopJf5030Xcu/u9heANdtcba3XJySf8MnF/eiSXCcOUdOE9ve5K2Sct63t72+5d5eAI/g3EV6uVWpRaelJqO0tJ8vdtLx9h5XCsNKxdjtWRcGpSbSi3tpdei35FwA0Y2LVixkqlL13zScpOTb1rq318Cen9/ZX8tT+awvIKf39lfy1P5rALwAAAAAAAAAAAAAAAAYAAA5PEuJXY2T2Vaikkm3Jd5slvScspO3WIOK8Q9Api4Vu22x6hHw/q/A81ZvwjTOvDsddqiuabjuMW+9e1o9x4fQsRYtk5T683NKXrN+Zk70669Zu9/ZzK+G43GLpZU+au7orEuq7u9HdpqhTVGquKjCK0kjXi4leJXKNW231bk+9nKwMjMnxFRnKb23zxfcv/R01veunG5WWb7d0Ayc1gAAAAAAAAAAAAAAAAAAAAAAAAAAAACG7984n+xb+NZcQ3fvnE/2LfxrLgIbuFYl98rpxs55yUm42yitpJJ6T79JFcIKuEYR3qK0ttt/ez2AAAAAACLP/b4P8x/0mWkWf+3wf5j/AKTLQAAAAAAAAAAAAAAAABgAAeLbYU1ysskowittsxdbCmqVlklGEVttnz3E+K1cUxXiYisds5fFUdtpdd9CpN9stvU7XZ3FsWzhl8qZym9cqjFdds5fDOHy4nCx5C7JQ1qCe+vhtePibOA8FnyX2ZsZLnSUfBr2o7+JiVYkHGrb29tt9WVdTiE/T+2nh3D/AEPnlKalKXTotJIuAItt5pJJxAyAY0AAAAAAAAAAAAAAAAAAAAAAAAAAAk4n8hl9qH5kVknE/kMvtQ/MgKyG7hWJddO2cbOeclJ8tsoptJJPSfkkXADxXBV1xhHeorS22397PYPE5quEpy3qK29Jt/cgPYOXk8Zphi3WUQulZCO0p0Tiu9LvaXmaYcSyJ3VYiahkytcJuyv4iUObuUmnvp4/gB2jTlfJLvsS/A49nFspYtmRFVJY9MbbI8rfO+aSaT30+K9d/edLiOTXj4lnaKx80ZJclcp+HjpPQG7F+SU/Yj+BuNOL8kp+xH8DcAAAAAAAAAAAAAAAAAMGTAAM0ZeXTh09rdLS3pLvbfkl4nG4xlTpyce6cpSg1z109Y6fnLz+oSW3UbqSe2XEdCFlnEJXVypnXi6cedtxlJ+xeCLKKK8aqNVMFCEe6KNXDstZuJC9Ll3tNeTRSNavLbn7TjoAMhIAAAAAAAAAAAAAAAAAAAAAAAAAAAAAEnDPkUftz/Oysk4Z8ij9uf52BWAAANdtkaa5WT5uWPfyxcn9y6klnF8Oqjt5yu7Nb5msex8uu/mSj0/qBeCT4RxfSVj9r/mtpa5XpNraTetJ68O88x4phSVrV+lVHmk5RaWt62trqt+WwLSCn9/ZX8tT+awoxsqnLg50yb5XyyUouLi/JppNE9P7+yv5an81gF4AAAAAAAAAAAAAYMmAAIuK5rwMR2xhzSb0t9xz+H8f7SFrzIxjyLacE+vs15let9fZPtLl6ztRxjiz4dKEIwTlJb3Lu0fP8Y4nbnW0zjVyVqP+pb2/HXsOnxXh+RxeOPkSpnBKLXZOS2uvRv8AodLC4ZTVgVUZFULHFt+st6ZeNxklMpZbIcC68Ix/UUOj6Ja8TiZWDxC3i82oT257jZ/pS8Op9UoqMUopJLokjJMz9bbGZYe0m6LuAMkLAAAAAAAAAAAAAAAAAAAAAAAAAAAAAAAAQ3fvnE/2LfxrLiG7984n+xb+NZcAAAEkOI4s43yjb0x5ctjlFrT/AKrr/Q8z4piV0QusnOMZtqKdU1J67/V1v+xBlcNysv0+E664wvsrnD/MfXkcej6dN8v9z1Rw/LxbIX011PldijQ7GowjLl0k9ecfLxAvlxHEjdVU7k5WpOLSbWn3ba6LfhvvM1cQxbsmWPXbzWx3000nro9PuevHXccung+RRTHHjKudc40Kc9tOLg1vS1466FGLgZNeTjqxVqrHnbOM1Jtz5m9LWunRvf1AU5/7fB/mP+ky052dU/TcGztbNdvrk36vxJHRAAAAAAAAAAAAAABgHm2xVVysl3RTbA9HmU4x1zSS33bZzKOMxsnJWVckVFyTT33LZ8rxPiV3E8yU4c0IfFhFPwLnjtuk+01v4dj/ABWsm/sXj7soW1Jw6pS346Pf+GeE3Y9vpdy5OaLST72drhuOsXAopUFFxguZJePiVD3uvVtxm9wBPmZUMSntJpvb0kvFmMLNhmQk4xcXF6aZOrrZub0qABjQAAAAAAAAAAAAAAAAAAAAAAAAAAAAAJOJ/IZfah+ZFZJxP5DL7UPzICsAAAABruqhfVKq2KlCa1JPxRL8FYXYdj2UuXn5+btJc/NrW+bfNvXTv7uhcAIp8Lw5urmoX+UlGKUmlpdUmk+qXt2b8r5Jd9iX4G405XyS77EvwAYvySn7EfwNxpxfklP2I/gbgAAAAAAAAAAAAAAYAAE+Te6q59jDtbktqtNJs1yzk85YlMJWSX7SS7q/rfn7D1h4NeI5zTlZdY9zsm9yl/8Ar2Gb30v19ecmMbHsnCuzOVdl8W2nGPSG/Bf+zzxDhtPEIwVu4uHc0Wg2XXMRl9XbTiY1eJjxpqXqx8zcAO2ThkABoAAAAAAAAAAAAAAAAAAAAAAAAAAAAAEnDPkUftz/ADsrJOGfIo/bn+dgVgADVf2jpkqoqU2tJOTivvXccyvhuR6KqJOEa55HaWx53NqHfy7a3Jtpb34NnYAHJlw/I9KsSdXo9mTHIcm3zLSj6utecV134k3wNlTprrlOqPo9HZVNNvn9eMk5dOnxF597O+AI8Ki6uzJuyFCM75qXLCTailFLv0t93kaMSpVccy0p2T3j0vc5bfxrDpkFP7+yv5an81gF4AAAAAAAAAAGAAABxeOcangWQox4RlZJc0nJPUUJy2TaziGVhwi8fJnVzTi2oTff9fkR8ApogrWpxlbNqThGLSgvBLfV/WfO5l8r7J3qCjK/rJ7b7vr8Dtf4YhKUp2Te+WPKn/X/APR2vjsx3a5fjS5euE/l9FtIHD4liZduc5whKaeuRp/F/wDR2oJqEVJ7kl1Zzs1Nql3dPQBklQAAAAAAAAAAAAAAAAAAAAAAAAAAAAAAAAAAIbv3zif7Fv41lxDd++cT/Yt/GsuAAAAAAAAAiz/2+D/Mf9JlpFn/ALfB/mP+ky0AAAAAAAAADAAyYAAGnJvpx6XPInGMH0fN4+w5OTxq+nJlGFKnFT5FBL1m967/AAOhXi9v2ORmVR9IgnpJtxi35e32jKWNw1Zu9JcfhTjxGVzahRFNQri98ya673+BTj8Kw8e7ta6Up+Db3r6i0G7rMtX4AZBgnysavKq7Ozet7TXemYw8OvDg41ttye25d7KAbu60zU3tkAGNAAAAAAAAAAAAAAAAAAAAAAAAAAAAAAk4n8hl9qH5kVknE/kMvtQ/MgKwAAAAAAADTlfJLvsS/A3GnK+SXfYl+ADF+SU/Yj+BuNOL8kp+xH8DcAAAAAAAAAAAGADzOShFyfgt9AMuSjFyk0kurbIL5XcQrr9CvjCie+e2PxunhH/2YqVnE6rFlUOvGk1yQbalJL+JeC9hfCEYRUIJRilpJeBnbpxh+5GKiunf4vxZ6ANc2TBkAAAAAAAAAAAAAAAAAAAAAAAAAAAAAAAAAAAAJOGfIo/bn+dlZJwz5FH7c/zsCsAAAAAAAAgp/f2V/LU/msLyCn9/ZX8tT+awC4A5j4vFZnZdk+Tm5ebfXe9dxslvTLlJ26gMGTGgAAGAABHn8TxeHqPpE9OXcktscTz6+H4k7ZuLkl6sG9czPh83MyeKZXaWxTlrlUYo6YYe1RllqPsYZS4xiy9CvnVDm5ZWcnVrXVL/ANmvI4DTY4KufLBJJqS5n9ezP+HcC3AwWruk7Jc3L/CtHWJ/Jlwu5e+OtcI6OF4dC1ClPpr1uv4lUK4Vx5YRjFeSWj0DLbe2SSdAMgxoAAAAAAAAAAAAAAAAAAAAAAAADAAyAAAAAAAAAAIbv3zif7Fv41lxDd++cT/Yt/GsuAAAAAAAAAiz/wBvg/zH/SZaRZ/7fB/mP+ky0ADAAyAABgAADlZ/HcfE9StO2zetLovvOfDjWTkW9pW+Vb0q9bLnjys253yYy6bv8UZOXjwr7CU4VvvlHz+s4eJxXiFk3jRvts5+mu9o+syJ5OTZXXiqCol607nqS15JeftN9WFjU2OyqiuE31coxSZs8kk1pt8Wr7WuXwDh8qu0uyIOU5NNTsXrb9nkdwAi8r3b2GTBkwAAAAAAAAAAAAAAAAAAAAAAAAAAAAAAAAAAAAAAk4n8hl9qH5kVknE/kMvtQ/MgKwAAAPMmopttJLvbA9Ajyc+mnGtuhOFrrg5csZrb0R08anfGMKceud07nVDlu3XLUeZyUuXu8O7vA7Bpyvkl32Jfgc6zjTjS7o4zdddasv3PTgm2npa6tafl3F2bbXVi29pZGG4SS5nrfQD3i/JKfsR/A3GnF+SU/Yj+BuAAAAAAAMAAAS5d9qrlHDhG25NLTlpR34sNk3dM5ebTh8isbc5vUIRW5SfsR4hhyec8q66U9dK4LpGC+rxftNlGPyqFl/LbkKPK7OVJ/V9RQZrfatzHjEAMmoAAAAAAAAAAAAAAAAAAAAAAAAAAAAAAAAAAAAAAAACThnyKP25/nZWScM+RR+3P87ArAAGjMcFi2O2zs4a6y7Rw1/8AZdx8zbl5KrjH0lRoh2slJ3zam1y6jGaacujf9+j0fWd40vID59ZVk86Up3W15PpFcasdzaTqcYuXq9z759fYTPLyY0ylRkWysljyllLncuxnzxXRf6Wk59F5H1Ouu/EaXkBzuE2KUsqNN078eFiVc5Tc/wDSm0pPv6mMSVs+OZbtqVb9Hp0lLm2uaw6SWiGn9/ZX8tT+awC4k+Dsb0jt3B82+bW+m/PRWBLYyyUMmDIaGAABHxDiFHD6lK17lLpCC75P2Hq7KUpWY+NOEsqMeZRbel5bOddwjKm4zlkdtY/jufRJ/wDivBewTm6Vr1m7/ThcX9IzeIuyytp6UY172on0/D+D4uHGE41LtlFbm231KMfErqrq5oRlZXFLna6lJ0yz41HL1tu8v/gcHPx8yfEXKEZvbXJJdy/9HeBOOXq3LH2FvS33gyCVAAAAAAAAAAAAAAAAAAAAAAAAABgDk53FbMfKlVXCLjDXNzeJ1K59pXGaWlJJ6NV2Jj3zU7aoykvFm/RVs1wmS75ZABKgAAAAAAAEN375xP8AYt/GsuIbv3zif7Fv41lwAAAcpcTnjvOebKlLHsjGHL6vNzJNJtvv2+8043FMvMqqrx5YjyJO3ml1lBKEktLT312up0KsCirIuuXPKVz3NTm5J+XRnmXC8WUFFQlDUpyThNxfrPcuq8GBBVxq7IjDIqrrjjpU9pGW3NuzXc+7pteHX2G/F4jkW5VKthUqMh2KtR3zR5X4+e0n5a9pR8GYnaQlGtx5FFKMZNRfL8Xa7no9U8PxqMjtoRlzLm5U5NqPM9vS7ltgaM7Ig+IYVHLZzq/e+zly/El/q1r+50SPP/b4P8x/0mWgYBPk5tGLKKunpy7kk2boTjZBTg04yW00NVm49gwmn3MJp9waEnEsp4mNzxjzSk+Vb7ke8nMoxWldPTl3JLbNWZfi2YsYWWx1f6tfjtvu0bOOaznLidvmeyx51zsyrdRq7lX8aX/ogxarc3IjTVCajKXRb8PadrE4BlSyJO9xqhHaio9U/wD2dzA4dRgx/wAuKc33z11Z3vkmnPHx+l47+6muuNVcYQioxitJJaSPYB53UBkAAAAAAAAAAAAAAAAAAAAAAAAAAAAAAAAAAAAAAAAACTifyGX2ofmRWScT+Qy+1D8yArAAA8tJrTW0/BnoATXYNF1M6+SMOZa5oJJrxJlwitTdvpF3pHadp23q82+Xl7ta1r2HSAHNnwaidar7S2Nbgq7Ipr/Nim363T2vu13leZCM8W3mipahLW1vwN5pyvkl32JfgAxfklP2I/gbjTi/JKfsR/A3AAAAMAAAeLba6a5WWyUIRW3JvuI5K/Ntpspv7PD0p7j0lZ7OvcjNqxx3z8MrM9LyLcbHjNQinGd66KMvJb72bsPDpwquSmL6vcpN7cn5tm9JLuRkaLlxqdABk1IAAAAAAAAAAAAAAAAAAAAAAAAAAAAAAAAAAAAAAAAAABJwz5FH7c/zsrJOGfIo/bn+dgVgAAAAAAAEFP7+yv5an81heQU/v7K/lqfzWAXmAAAB4tthTXKyySjCK223pID2RW5GRLNjj0U+pHTstmtLXkvNmqcXxfHhKFltOO5PmXLyysXh18EzoQioQUYrSitIztepj321Y2JTiqSphy8z5pPvbftfic7jCynkQ7PtOz5enJvv/odgFY31rnnvLutOJ2notfbftOVc31m4AwgDIDQAAAAAAAAAAAAAAAAAAAAAAAAAAAAAAAAAAAAAAAAAAQ3fvnE/2LfxrLiG7984n+xb+NZcAAAAAAAABFn/ALfB/mP+ky0iz/2+D/Mf9JloHO4hw15d0bIWcktae1s9ZOLZDhfo9DblFJeTl16lxyeM8XhhQlTX1vlF6/8AH2l43LKyRzymOMtrmq2WPh5NTnyybilXvq3vqQrNugpwh2kUuvLF9E/M8cHxrc7PjCxzdb3Kb/8A72nXXDsXKuupwr7VOK1O1xUo78t+Z6MsscLquHjwz8k3OnPh6blShyKy+1rl9buX1vwPpMLh1WMq7JxUr4wUXPq9eevI24WHXhUKqtyl125Se3J+bKTzZZez14yYTWP9gBkkAAAAAAAAAAAAAAAAAAAAAAAAAAAAAAAAAAAAAAAAAAAAAAk4n8hl9qH5kVknE/kMvtQ/MgKwAAAAAAADTlfJLvsS/A3GnK+SXfYl+ADF+SU/Yj+BuNOL8kp+xH8DcAMAADXfaqaZWOMpcq3yxW2/qRpvzaqsmvG9ad1ndGK20vN+SPOLguq+eRfbK66fTb6KMfJIzf2XMdTeTxXRPPqjPiGPGOp80Kubel4c3g2XdEZA0zLLYAZNSAAAAAAAAAAAAAAAAAAAAAAAAAAAAAAAAAAAAAAAAAAAAABJwz5FH7c/zsrJOGfIo/bn+dgVgADXbNwrlJRcmlvSaX4nO+G6eauPZtOcpR3KcVHcWvHen3+HtOhfCydMo0zjCb7pSjzL+q2tnOfCb3iWY6yq4wvcu21R59HyLm9X+4G98TrWTKrsrHCNqplb05VNpNLv34rr7TV8N0KtzlVbGLr7Srufax5lHp183Hv80Z+CmspyjkNY8rY3SqcdtzSSXrb7uieteHealwPcHXZktxhX2VHLDTrXMpLfXq9xj5dwF+LlLIdsXXOqyqXLOEtdOia6r2Mmxra7eOZbrnGaWPSm4vf+qw34WLPH7Wd1yuuulzTkocq6JJJLb8F5mnHhGHHctRio/wDxqe5a/wBVgHQAJM7N9GcK66pXX2fErj+LfghvTccbldRRO2EHGMpJSk9RTfVv2EePVk5PaSz4QVcmuSjSly6fe34s2Qwa1mPLs5p2tajzPagvJFZnatzGaglpdADJqGDIAAAAAAAAAAAAAAAAAAAAAAAAAAAAAAAAAAAAAAAAAAAAAAAAAEN375xP9i38ay4hu/fOJ/sW/jWXAAAABp9Jo5Zy7avlrepvmWov2+QlkURqjbK6tVy7pOS0/wCoG4GuV1cbI1ysgpy+LFyW39SEbq52SrjZCU4/Gimm19aAmz/2+D/Mf9JlpFn/ALfB/mP+kywDXdbCiqVlj1GPefHcaspyM+V0ZtKWujWtdD6rinZLAs7dtQ6dYrb3vppfWcGP+HbM2ELrZupy6uEl3Lw2v+Dr48pj+6M/Hcu+nR4crpqhYsYVYkIrmnpOVr11XsW/E6tVVdMFCqEYRXcorSPGLjwxceFNfxYrRuOV726b4kADIYAAAAAAAAAAAAAAAAAAAAAAAAAAAAAAAAAAAAAAAAAAAAAAAAEnE/kMvtQ/Misk4n8hl9qH5kBWAAAAAAkr4hi2U3XRsfJRLkscoSi09J9zW33ru8zz8K4fYq3tZac3DlVcufmS21y633de4C005XyS77EvwNMuJ4cZVp3ftVGUWotrT6Jt60t+03ZXyS77EvwAYvySn7EfwNxpxfklP2I/gbW9LYAiyrsi2Chw/klKUnGVraar139PF+w8Qv8AhSu6uuNldHcr09Ofnr2e0rxserFojTTBQhHuSM7dNenfZVTGt82k7WkpT0k5a8zaAa527AZAAAAAAAAAAAAAAAAAAAAAAAAAAAAAAAAAAAAAAAAAAAAAAAAAAk4Z8ij9uf52VknDPkUftz/OwKwAAAAAAACCn9/ZX8tT+awvObb6Rj8Vtvhh2312UVwTrlBacZTb3zSX8SA6I0RenZP0Vl+9V+senZP0Vl+9V+sC0HPs4ndUoufC8tc0lFetV3vu/wBZ79OyforL96r9YFwIfTsn6Ky/eq/WPTsn6Ky/eq/WBcCH07J+isv3qv1j07J+isv3qv1gXA51XErrq1ZDheW4vufNV+s9+nZP0Vl+9V+sC4EPp2T9FZfvVfrHp2T9FZfvVfrAuBD6dk/RWX71X6zVLilsciFD4Zl9pOMpxXNV3JpP/X/5IDpgh9OyforL96r9Y9OyforL96r9YFwIfTsn6Ky/eq/WPTsn6Ky/eq/WBcDmZHFLcbHtvt4Zlxrqi5yfNU9JLb/1m307J+isv3qv1gXAh9OyforL96r9Y9OyforL96r9YFwIfTsn6Ky/eq/WPTsn6Ky/eq/WBcDm18UttnbCHDMtyqlyT9aro9J/x+TRs9OyforL96r9YFwIfTsn6Ky/eq/WPTsn6Ky/eq/WBcCH07J+isv3qv1muziltU6oT4ZlqVsuWPrVdXpv+PyTA6QIfTsn6Ky/eq/WPTsn6Ky/eq/WBcCH07J+isv3qv1j07J+isv3qv1gXAgefkJN/BWX71X6zxTxK66mFtfC8twnFSi+aruf/wBwOkCH07J+isv3qv1j07J+isv3qv1gXAh9OyforL96r9Y9OyforL96r9YFwObHid0rZ1LheXzwSbXNV471/r9hs9OyforL96r9YFwIfTsn6Ky/eq/WPTsn6Ky/eq/WAu/fOJ/sW/jWXHNrlkZHE6bZ4d1FddVkXKyUHttw18WT8mdIAAAOFGaov4nKPD7bIynCUIdi9TaSW+7z6/02eFj9nDHtsxLMmvV3PWqdanNp9Ivw71v2n0AA+apwMqqNVN1M7L2sbltS2ocmuZN+Hc/r2UYGLbDPx/8A40q5Uu53WtJKalLa0/HfR+zR3QBzM6maz8K30ixw7fXZajyr1Jde7f8Ac6ZFxGNv/wAayqmVzqu5nCDSeuWS8Wl4mPTsn6Ky/eq/WBbrfeDnV8UttsthDhmW5VS5ZetV0ek/4/Jo2enZP0Vl+9V+sC0EXp2T9FZfvVfrHp2T9FZfvVfrAuBD6dk/RWX71X6x6dk/RWX71X6wLgQ+nZP0Vl+9V+s108Tuvi5V8My2lKUH61Xem0/9fmgOkCH07J+isv3qv1j07J+isv3qv1gXAh9OyforL96r9Y9OyforL96r9YFwIfTsn6Ky/eq/WYlxDIjFyfC8vSW361X6wLwc+viN9lcZw4XluMkmvWq7vfPXp2T9FZfvVfrAuBD6dk/RWX71X6x6dk/RWX71X6wLgQ+nZP0Vl+9V+senZP0Vl+9V+sC4HMv4pbjwU7OGZai5RgvWqfWTUV/r82jb6dk/RWX71X6wLgQ+nZP0Vl+9V+senZP0Vl+9V+sC4EPp2T9FZfvVfrHp2T9FZfvVfrAuBD6dk/RWX71X6zVbxS2qymE+GZaldLkh61XV8rl/H5JgdMEPp2T9FZfvVfrHp2T9FZfvVfrAuBD6dk/RWX71X6x6dk/RWX71X6wLgQ+nZP0Vl+9V+senZP0Vl+9V+sC4HNXE7ne6fgzL51FSa5qu5tr+P2M2enZP0Vl+9V+sC4EPp2T9FZfvVfrHp2T9FZfvVfrAuBD6dk/RWX71X6x6dk/RWX71X6wLgQ+nZP0Vl+9V+s118TuslZGPDMtuuXLL1quj0n/H7UB0iTifyGX2ofmR49OyforL96r9Zpyr8rJp7JcNyYc0o+tKVelqSfhMDqAAASrDSt5/SMh9d8rs6fcVADjrCzZxzo2Qoh290bq2rHLrFQ0n6q/g/ueY8NzIZjz0qXfK6U3VzvlUXCMPja7/AFU+7xO0AOFPhGT6O8eMqnC2quu2TbTjyttuK117/YdLiOPC/Es5+f1Yya5Zyj4exlZqvi549kYrblFpfcBjF+SU/Yj+BtOdTl5VdFcHwvK3GKT1Ory+2Zt4ldTW7J8Ly1Fd75qv1gdBLXcCL07J+isv3qv1j07J+isv3qv1gXAh9OyforL96r9Y9OyforL96r9YFwIfTsn6Ky/eq/WPTsn6Ky/eq/WBcCH07J+isv3qv1mtcTud8qVwzL54xUmuarubaX+v2MDpAh9OyforL96r9Y9OyforL96r9YFwIfTsn6Ky/eq/WPTsn6Ky/eq/WBcCH07J+isv3qv1j07J+isv3qv1gXAh9OyforL96r9Zqx+KW5OPXfVwzLlXbFTi+apbTW1/rA6YIfTsn6Ky/eq/WPTsn6Ky/eq/WBcCH07J+isv3qv1j07J+isv3qv1gXAh9OyforL96r9Y9OyforL96r9YFwObZxS2qdUJ8My1K2XLD1qur03/AB+SZs9OyforL96r9YFwIfTsn6Ky/eq/WPTsn6Ky/eq/WBcCH07J+isv3qv1j07J+isv3qv1gXAh9OyforL96r9Y9OyforL96r9YFwObXxO6xzUeF5bcJcsvWq6PSf8AH7TZ6dk/RWX71X6wLgQ+nZP0Vl+9V+senZP0Vl+9V+sC4EPp2T9FZfvVfrHp2T9FZfvVfrAuBD6dk/RWX71X6zxbxO6mtzs4XlqKaXxqvF6/jA6IIfTsn6Ky/eq/WPTsn6Ky/eq/WBcCH07J+isv3qv1j07J+isv3qv1gXEnDPkUftz/ADs8enZP0Vl+9V+s2cOhZXhwVsHXNuUnFtNrcm/Dp4gVAAAAAAAAAADxOTjByUXJpb0u9nLs49j1SUZ1WRn2jralKCSfKpfGctdzXidSxTdclXJRk10bW0n9RzK+F5FMLezyaIyulua9H9RdEvVjzdH9e9gbr+I0wuVc6pyUXBzmknGtyeo76/gefhjHi5OyFsKkrHG2SXLLk+NrrvwfevA1LgqrUK6shqjlqjZCUdyn2fd1307lvoJcF7RSquyHLGSsVdahpx597299dbeuiAtxMxZMpwdVlVkEm4Wa3p9z6N+T+4qI8LDsosttvuV1tijFyjDkXLHeum35ssAgyuJ1Yd8YZFc4QlvVnRrpFyfTe+5PwPFXGKbsd3V1zl68YRjGUG5Sfcukun9dHnP4S+IX7yLoKlbSUKtWacWtOe+7q/A8Q4PZGPNLJg7oKtVzjTqMVDetrfXve+q/oB7XF6I1xjVj3SklOUqoRW4KD1LfXXf5d5s+FaO2jBQslByhDtUlyqUknFd++u14eJo+BrILnpy+S+SsVs3XtS55cz0t9Gn3dX/U9/BCV0eW7WOp12Otw23KCSj62+71Y9NeAHUNV9sqa3ONcrNeEWk/7tI2mjKqttpcKZ1wbfXtK+eLXlraAkfFo9jVdHFvlXZJQUk4dJOXLr43Xr5B8UxVfz2VThGPaQjfKK5Xy9ZJdd/6X4deUzTwtVeiKVvNDGc5qKjpOb3p+xJN6XtXka5cG7STrtyObFUrJxqUNNOaknuW+q9aWuniB7XF63B7ovjZ6nLW0uaXNvl1114PvfgVYmTDLqdkIyg4ycJRkusZJ6aZCuE2tOc8tSyF2fZ2KrSShvW1vr8Z76rv8CzBxXiUyjKztLJzlZOetbk3t6XggKjnWcWrplZG2i2MoJNLcXvclFdz6dWu/R0TkW8ItvlZZbkVdpJJLko5YvUlL11zPm7teHewPcuK031KCxbrpWKxSpSi3qL1LfXTXVLv67Pa4vjucOSNkqpOCdqS5YueuVPrvrteHiaa+D20KM6MuNd6505dluGptNpR3000tdfMyuCqEoV136xk6pTrcNuTr1y+tvp8Vb6eAG/G4nVk3RrjXbGNik65yS5Z8r09dd/eXnNw+GSxr65SyOeqlTVMOTTjzPb299ddy6I6QEmZmrD5XOqcoPW5xcdLrrub2/6InfGsaClK2NldahOcZyS1NQ+NrT395s4hg2ZrjDta4VdNp1c00998Zb6P+jJreA05N99l7rSshOEexq5Gubvbe3t/cBujxGqDmvRbq75TinU1Hmm2uj79d0X4/wCk8/DVDrU4VXT1CU7IxS3WoycXvr5p92+4Phl8m7rMuMspSjKNnZaiuVNJcu+vxpePiavgSUK2qcrknZCcLpOvfOpScm116Pcnrv7wOvFqUU13NbQlKMIuUmoxS22+5CEVCEYruS0jXkUV5NE6LU3Ca1LUmn96Ahr41Vcl2GPkWTcpJQUUm1FJuXV93rL29TL4ti2SqlGudkPUl2ulqtz6R3t7318PM008DliXTvxMyyN0pSe7ea1csktrTl37ins9R4Iq1Cqq/WPqvtIShuU3DWnvfTelvoBt+Gcdc0pwthUlY42yS5Zcnxtdd+D7110UYmZHKlZB1WVWV6coT1vT7n0b9v3ET4LzxlTdkOWOo2Rrgoacefe9vfXW3rov6leFh2UWW3X3K66xRi5RhyrUd6WtvzYFhFbxGqvPhhqM52zi36qWlpb03vvZacuzg1T4jXm1W2wnCUpuPaTcZSa13c2l/wAgbY8ShPDV/Y2pytdKqeuZyUnHXfrwfialxfHhVGNWPdJxjNyqhFbrUHyvfXXR+R5p4XkwxpV2ZdUrFc765xoaUZOTb2uZ7XVrwPPwNZBc1OXyXTVkbZuvalzy5npb6NPu7/6gUvitPbxgoWODnGHapLlUpJOK799drw8S85b4Rq+PLdrHVkLXVydXKCSj62+71V014HUAmzsyrBxZ32ptR7oxW5SfkjUuIx56Oai6NdzioWPl1traXfv+w4lw2niNXLZKyE1GUYThZKOtrXg1v6ifG4VkUZVE3lwtpogoVwsqblHpptS5u9+bXRdAM/DGLDnsnVZWnW7ITcV/mxi0umn5yXR67zb8KR+K8a/tu07PsfV5t8vN371rXtJnwLtIcluS5QrqlVQow0602ntvfVrlj5dxt+Db99s8uHpfadpz9l6nxeXXLzeXt7wLcTIhl40L6t8s1tbWmvNM3k+DjRw8SvHjJy5F1k/Ft7b+9soAAAAAAAAAAACXOzI4NULJ1WThKcYNw16vNJRTe35tGLM6NOVCm2myCsk4wseuVtRcvPfcn4HjiuHdnYsaab4U/wCZCbcq3PfLJSS714pGuOBlS4g8i/Kqtr5eRV9i04rXXlfN02/HT8gPNXFsZ1yuVFsFZBWwbik7k9RTXX2x79d6PS4vW2q40XSyO0lW6Vy8yaSk/HWtNePijVXwaaojVZlc6qrjXQ+z04JNNN9fWfqx8u4yuE2ws9JhlRWY7JTlY6txe4qLXLvu1GPj4AdHHuhk49d9e+SyKktrT6m00YlCxcWqiMnJVxUdvvftN4AmnlqGbVjSqs3am42dOXp3rv3/AGKSDLw8i/OovhkVwrqTTg6m299H63MtdPYBh8WoU8iChY+wUXtJanuTilHr5po8Q4pTF9lXjWq/tZQdCUVLm1zN9+u5p734mmP+H6Kp2Oi+6ClVCEIyslNQcZOSfV+eun1+Z7+CLVZ6SsqPpjsc3Z2XqPcVHXLvu0l496A2S4zRGMbFXbKpwhOc0lqtSelvrv7tnSORPgrdSphk8tEq4V3RcNuai99Hvpvb30Z1wAAAjnn11ZF1d0J1xqqdrslrlcV3tddmmvi1N+N2sKpzUpquMIyhJyb8Okun9dGMrht2Xl2ysyK/RraZUyqVT5uV9/rc3f8A0PEOEWwjzekw7ePJ2c1VqKUdpbjvr0k99V/QD0uMUKuKqoulKMZuVcUt1qD5Zb6+fl3m18VpV6hyWODnGvtUlyqUkml378V4eJN8CzguarL5bpqyN03XtTU5cz0t9NPu7/6mx8J/z48t+sZWQtdXJ1copJetvu9VPWvADqAADBz5cVrhXbKdF0ZVXRpcHy7cmk113rXrLvZ0DkS4Rk2vId2XTLtrY3KPo75U0ktNOT2tRXl1A9z4tj20xl6Pbb8ebglFuKrkk5d+uj1rRt+Fae2UYwslXzxrdyS5FKSTS79+K8PEnXBZ11xVWVGFnLZCbVXq8s2m1GO+mtdO/wDqbPghxsUa7+XF7SFkquTbcoJa9bfd6sfDwA3YnEqsu1QhXZFTi51yklqcU0m119q7/MuOdg8MeJdCTuVldNcq6YqGnGLafV769y8jogDXdOVdblGuVjX+mOtv72jYaMyu63FsrxrlRbJajY4c3L/TaAm+FItRUce6VrnKHZLl5ly9/jry8fE1/C+Jc6pwqnbBRhZ2iitVc+0t7e99/cK+GX1UUKrJqrup5kpql8rT79py23tb3vvNcOBqmMa6chxpcK4WxlDbnydzT30349GBulxjHhKXawsrqXPq2SXLLk3za678H3rwN+JmxypTi6rKpxUZONmt6fc+jfkyOzgqucq773PG/wA3krUNNOxNPct9eknrou8qwsO3HsnbferrZxjDmUOVcsd66bfXqwLQABoyb5UQ5o0WXeag4rX3tE/wnDsqL402youUHG1JaXM9La3vxXgZ4niX5tMKqciFMOb/ADIzrc1YvLpJaRrtwMq3KxrXk0dnSl/lOh65vGS9fp07t70A+FcaN0pzqshD14K9pcsuTba79+Eu9eDC4vXyvmovjbuHLU0uaXPvl1114Pvfga5cG7Ruu3I5sVOyUalDTTmpJ7lvr8aWuniFwm1p2Tyk8hOvksVWklDetrfX4z31Xf4AXYmTDLq7SEZQak4SjLvjJPTTKCXBxXi0yhKztJznKyc9a3Jvb0vBFQAkysxYso89NrrbjF2R1pNvS8d9+vArOfl4WTkZ1N0MmtU1dVTOpy9b+Lakuuu7aegPVnE8evOeLLn3GuVkp6XKuXW19epJ/wBTTHi1EFPePdXbJwaqajzWc/SLXXXg+99NHifAMZ5qvjZdGLhbGVbtk03ZrbW3pdz6a8V5D4Hsk3bblqWTHs1XYqtKKg21tb675nvqv6AbZcXrVakqLpT9dyrSXNBQepb668V3F9VkbaoWVvcJpSi/NM5kuE28icMtRvkrFZN1bUlNpvS301pa6v8AqdKiqOPRXTX8SuKjH6ktAbAAAAAAAAADzKKnFxktxa015gYnJxg5KLk0t8q72QridN2JRYse2byJyrhTqPM3He99df6X4m2vh2NjuU8Wiqm3lajNQ3oko4TkVY1MHmVu6i2VldipaXrb2nHm6/GfivADZPjVEalZ2driodpY0l/lR2163XzT7t9zNseJ1SyexVdvK7XUrdLlc0ttd+/B+GuhLZwRypdUcnUba+yyG69uxOTk9dfVe5S8+83Q4ZKGWp+kbx43SvjVydVNp79bfd1b1r+oHSAAAA8WQjZXKE4qUJLTT7mgNeZkww8ad9ik4w71Hv79EceK0yk3DHtlkObq5Eo8z0ubv3rST8/EzdwbElRZCiquic0lzRhvxT014p66o1V8Hsq1bVkVwyFY5pxp1WtxUWlDm9iff3gbJcZx+WM412zq5ITnNJarUnpb67+7ejpnHfBNVqmrJcaZ1wrui4bc1F+D303t76M7AAAAACfJwsbLcXkUQtcei5lvQGnK4pRjZkMWXrWySeuaMdJvS72t9z6LyPC4ljUWKjsp10xlKqNmkobjFtxXXfRJ+HgasjglcrZSxpQohZUqbIdnvcU2/V69H1fXqZnwhW3asu5sZWTsVShp80otPct93rPw8QKcPiEMuWlTbU3CNkVYl60X3Po35eJYQYGDZiz57shXONcaoahy6ivPq9v29PqLwAAAAEkuG4Uru2li1OzfNzcvXfmBot4piRtvVkJtYke0dnLtb6pqPm/D+uj18KRW4vHuV3aKtUvl5m2uZdd61pPx8CaX+HsZyt5LsiMLKnXyu2UlFt72ttr+mja+GXyfbSyoPLVinGzsvVWouOuXm8m/HxAtxMmGXjwvq3yy30femnpp/U0zeTYOKsPEhQpOWttya1tttt/e2UgAAANV1kqoc0KZ2veuWGt/3aM3U15FbruhGcH3xktpkORwqKxZ1cOlXhTsaU5xr3uPl0a19ewPK4xjKpWV02y54StmoxW4xi+Vt9fNeG+42vilSyVV2dnI7FV2uly87W0u/f8AY0W8JsnCCjkV1S7F0WclOouG+nKubo157fee3wpvJUu3/wDjq2N3ZcnXmSSXrb7uietf1A6YAAAAAS5uRXj1wVlcrZWzUIVxS3KXf49O5N/0KiTOxHlRqlXYq7abO0rk48yT011W1tab8QNmLkRyaFbBSSbaal3pp6af9UbyfDx/RcaNXPzvblKWtbbbb6fWygAAAAAAAAAAAAAAAAAAAAAAAAAAAAAAAAAAAAAAAAAAANOTCydMuzulVJdeaKTf90ziYXFcuONKdq9I5MOvKnKUlDXMpeqko/8Aj4n0DW00yeGFjVxlGFMVGVcamvOC3pfV1f3gQ5nG1i5E6Owc5qcIR1t7coyl1STfRRfcmX4WRLKxoWyqlVJ73GSaa09eKT/sao8KwownBY8dTcXJ7e213PfftFNVUKa1XWtRXct7A2AAAAAAAAAAAAAAAAAAAAAAAAAAAAAAAAAAAAAAAAAAAAAAAAAAAAAAAAAAAAAAAAHl93R6PQA4ayc3HzXX20sneQqYwnywXWvn22o78zfbxlUVxnZT07S6EtS3rs1J7XTrvl/uXPFpdvadmufn59/+XLy7+7oa/g7EeT6Q6Iu3be35tafTu6oDVw3iFmc5qeNOpKKkpOMknvw9aK6/V5nQJ8bDoxE1RXyJ9Nbb0vJb7kUAAAAAAAAAAAAAAAAAAAAAAAAAAAAAAAAAAAAAAAAAAAAAAAAAAAAAAAAAAAAAAAAADkcUsycfIjKvLsjW67JutRh/pinpNp951zVbj1X67WClpOPXyfeBz58Vtqrtd2PGMq8b0jSs3vq+ncIcXlZxD0eGLZKCs7NzUZdHrv3y8uv6leTw/FylFX0xmox5Vvfd5e1dDKwcZZPpCrSsb22m1t61tru37QKQAAAAAAAAAAAAAAAAAAAAAAAAAAAAAAAAAAAAAAAAAAAAAAAAAAAAAAAADzJNppPT814AegcThfEcnNy6qHPrj1yWX0XWzm5UvZ8WT6ewq43lW4WA8iia7SE46qa3223rk89vw1+AHRMNpd7SOdwy6/JwsTInlVzdu5zSh37T9Rd2uV+e30NX+IcTGuwXbbRVOxTripSgm0uddN/1YHWT33GT5h3ZOLicWux71RTiZDhXVCqCilqDbfT2sq4nxS/Huyo481JQVEVpRfI5zkm+vs13vQHdBzuEzzJK6OXzuMWuzlZyczWuu+ToSV5uVLNjgduu3ryJysk4rbqS5o+H/lFb9jA7hja3rfU5HCMjKd7oz7bHkuvncHGHZ9+m4OPXX19Tm5vD7uI8Z4pVRTjqT7Fekzk1On1e+KS7/wCqA+qB81PO4hDHy8j0mUlHMeNXBQglGPOlvb8V7XrzNyyeIxjXRddOntshVxvmq3NR5G30Xq72tLp4gdrt6nNR7WHM5cmuZb5tb19eupsPm8PItqu6WRvbz7Yykor1tVN/0e0u4zdZk5f+FrsyziEnK/G7TkhGCVb6NpdN+zqB9IeLLIVVyssnGEIrcpSekl5tnCzMniFeYsLHuum4UK3tVGrc25SXXelpaXd5knF8rMyOGcSjfkRx+wxoqVSUWpuUNt7fXvelp+AH1SezJ4r/AGcPso9gAAAAAAAAAAAAAAAAAAAAAAAAAAAAAAAAAAAAAAAAAAAAAAA4mdm5VOZdg13auvnW8duK9WL6T8OuuWT6+aA7YNV8bJY9kaZ8lji1GWk9PXRnIwOI5PFJuym2NFVUIRs54b3a368f6Ja+uXiB220u96Cafc9kXF8ajI4dkO+muzkqm488U9PT7jk8GpnCyirFnHHqWDRbONdUd2SfMur17APpAfNy4zkwxeH2xmrbJ4Ft9kEl68oxi19XVvuKuEX8QtyIvIc549lXPzWdmmpdPi8j7tN94HaBw8/iWTjZt2FGX+dkOv0V8q6JvU/r5dOXXzNleVkVcYVWVdaoW2SjTGMYOuSSb1v4yek+/oB120u96MnB4xjzyeMY8K8TGyX6NZ0yJajH1o9e5mmM8/h1OTX6VK2PD8OElBQT7SXLLe21vXRAfSGqeRTByU7q4uGuZOSWtvS39b7j56fEeKY2HdfJudTqjKNlvZ+pJyS2lB9Y6bfXyNd1l2Nl8UfpSyLIxw1zyhHenZLo0lrx8gPqjBycazJzJ5VjzJVKFtlSojGPRLaT21vb7zk4OTmY/COEUVZF1jya9uSVfNHUV6sebS+/b6AfWniE4WQU65KUZLalF7TOJXk8Qttx8a/JWLPsrLJT5YNz1JJb713Pb0W8AlzcCwXtPdMXtdz6AdEAAAAAAAAAAAAAAAAAAAAAAAAAAAAAAAAAAAAAAAAAAAAAAAAHO4nlzwbcfIlYo4vNKFyaXTa3GW/rWv8A7G7hkr58Ppsypc1tked9Etb6pdPJNL+gFZjuORXLKu43KNOdbLGpb7aMoQ5eZrpCLUd9N7b35HQqrduIq8mdeRzLU2oajP8AptgbuZPuaPR8lDHhjZd/oUKce2XFFSrI1RbjB1RbS2uhZlcQysXH4pF5O549lUapSjHenGG+muu25AfQg+djn8Tvz7nRGShTldi632ag4Jrbbb5ttPa107jpcUzHgSxsic+XG7Tku6LSTXqv79L+oHQMN67z56eZxGOFj5d9tldMq5XWdjGDnWm9xTUl3KPl12Wf4g/zeDerCFvNbTqM+il/mR6Pp/wB1U99xk+aji52BdVGuyrDWblpOqhKca4quXdzLvbjvuPWPncTuzJ9m5yhTk9jKMuzUXFNJt/6uZrr06d3QD6CU4QcVOUYub1FN62/JCuyFsFOucZwfdKL2mfOVZN+XfwzJuyk+0zJx9H5UlDljYtJ9++nXZ64dmZWWsXH9J9GTpna7IVw3Nqxx0k1paXf08UB9GZPmp3ZGHl8cyoZM5ulQcamo8r/AMtde7fT6zY8viVGPbKyyahJ1Rhbcq24OU+VvUemknvqB3lZCU5QjKLlHXMk+q33bPZx+Ec8eKcShZkekSg61z6Sfxd9ddN9TsAAAAAAAAAAAAAAAAAAAAAAAA05GPTlVOrIqhbW3vlmtoDxl5axnTBVyssunyQhHW29Nvv9iYqy6rMNZTfZ18rcufpy670/qJbOD48OzngQqxLq588ZRqTT6NNNLW+jfibI8Nj6Ksa2yVlKSbS3GTnzc3NtPp18ANnD82Gfju6Fc60pyg4zWmnFtP8AAxPieDCbhLMoUkt67RGOGcPjw6myuNk7FO2dm5yba5m3rq3/APs10RjDjuXyxSXo1Pcv/KwDb8K4Hzyj30PhXA+eUe+iiMpyW0lp+bM+v5R+8Cb4VwPnlHvofCuB88o99FPr+UfvHr+UfvAm+FcD55R76HwrgfPKPfRT6/lH7x6/lH7wJvhXA+eUe+h8K4Hzyj30bpWcnx5Vx6b6y108z36/lH7wJvhXA+eUe+h8K4Hzyj30b+aTk4+pzJba2evX8o/eBN8K4Hzyj30PhXA+eUe+ijmkmlJLT6dGewJPhXA+eUe+h8K4Hzyj30VgDmWZuDXC6eFlYVV9rUpTlpqT83ppvp7TXj5tUpqWfncPu5Hut1x5XF9zfWT8DrgDnLL4RGUZRuxFKMnNNOO1J97+t7PdnEOG2w5bMrHnHaepSTXTqi4Ac9ZvClGyKvxUrW3Ytr121pt+fRHiu7gtMJQqlhQhNcsox5UpLyf3s6YA5+Pl8IxYOGPdiUxb21Bxin9w9M4Sr5Xq/F7WUeSU9rma8m/I6AA5uPkcGxXJ49mHS5d7hyx39xsjxDhkLJ2RycZTnrmkpLctd2y4Ac/0zhPZ2V9ti8ljcpx3HUm+9vzNat4HGiVCeEqZPbrSjyt/UdQAc2vJ4PVyqqzDhyy5o8vKtPWtr+nQxG7gsJWSjPCTtTU2uX1k+/fmdMAcqU+BTrhXL0GVdfxItR1H6kZut4Je4u6WFZyx5VzqL1Hy+o6gAjXFOHpaWZR76M/CuB88o99FYAk+FcD55R76HwrgfPKPfRWAJPhXA+eUe+h8K4Hzyj30VgCT4VwPnlHvofCuB88o99FYAk+FcD55R76HwrgfPKPfRWAJPhXA+eUe+h8K4Hzyj30VgCT4VwPnlHvofCuB88o99FYAnpzsTIt7OnJqsnrm5YyTevP+6KSG7984n+xb+NZcAAAAAAAABpvyKcaCnfbCuLek5PS2afhXA+eUe+jGf+3wf5j/AKTKnJuTUUunmwJvhXA+eUe+h8K4Hzyj30U+v5R+8ev5R+8Cb4VwPnlHvofCuB88o99FPr+UfvHr+UfvAm+FcD55R76HwrgfPKPfRT6/lH7zzKUoLcuRLu22Bo+FcD55R76HwrgfPKPfRRGUpLceRreujMOTi0pOCcnpbfewNHwrgfPKPfQ+FcD55R76KfX8o/eYbmlvUentAn+FcD55R76HwrgfPKPfRWuqAEnwrgfPKPfRqnm8KndC6d+LK2tNQm2nKO+/T8DoADiw4jd2nr8V4b2fX4tb37P9Z6w58Mx8WVN2ZjXyna7rJS0lKblzb14aetfUdgARS4lw6cXGWXQ4taac1po8wzuF1NOvIxYNRUE4yS9Vdy+pbZeAOZVdwSm3tapYULOvrR5U+vf19pmjI4NjTlPHsw6pS73DlTf3HSAEE87hVltds8jFlZXvkm5JuO+/T8NniGRwavIlkQsw43S77FyqT/qdIARfCHDXarPSsfnS5VLmW9eW/wChhcQ4YrJTWTjKUklKXMttLu2XADmVXcEp5+ylhQ7Rany8q5l5MxXZwOqEoVvBhGWuZRUUnp7W/qfU6gA5vpPB/SfSe0w+3/8AyerzfeeO04H2Uqt4PZzlzShqOm/PXmdUAcyV3BJ1V1TlhSrre4RfK1H6l4G6viPDaq4115WPCEVpRjJJJFoAk+FcD55R76HwrgfPKPfRWAJPhXA+eUe+h8K4Hzyj30VgCT4VwPnlHvofCuB88o99FYAk+FcD55R76HwrgfPKPfRWAJPhXA+eUe+h8K4Hzyj30VgCT4VwPnlHvofCuB88o99FYAk+FcD55R76C4pgNpLMobb0lzrqysl4n8hl9qH5kBWAAAAAAAAeZNRi23pLq2z0acr5Jd9iX4AaFxXh7W1mUe+jPwrgfPKPfRsx21i0JLq4L8Db6/lH7wJvhXA+eUe+h8K4Hzyj30U+v5R+8ev5R+8Cb4VwPnlHvofCuB88o99FPr+UfvHr+UfvAm+FcD55R76HwrgfPKPfRT6/lH7zxC1T+JKuXTfSW+nmBp+FcD55R76HwrgfPKPfRRKUoxcpciilttvognJpNKLT8dgT/CuB88o99D4VwPnlHvop9fyj95mL5l1WmnoCX4VwPnlHvofCuB88o99FYAgvzeFZNTqvvxba5d8JyTT/AKMnyeIydv8A8TiXDoVa7rIuT+9SR1wByaZ8EruV/NgLIb5pWRUU3J97339SinP4XRVGunIxq649FGMkkv6FwA5/pfCeZy7bE259o3uPx9a5vr102eLruC32dpdPCsnrXNPlb19Z0wBzZ38GsvjfOzDldHWrHyuS13dT3fncLyKpVX5GNbXLvhOSaf8AQvAHNuyODZEoyvnh2yh8Vz5Xr6jZZxDhtkeWzJx5x2npyTW09p/eXACGfEOGWShKeTjScHzRbknyvWtr+jZrnkcGnkLInPDlcu6x8rkv6nSAHMV/BVkekKWErt83aerzb89mJ28EsqhVZLClXB7jB8rUfqR1ABznk8Hd3bO3D7Xl5Of1d68t+R4rt4HVXOut4UIWLU4xUUpfX5nUAHOoyuEYyax7cSpPvUHGO/uN3wrgfPKPfRWAJPhXA+eUe+h8K4Hzyj30VgCT4VwPnlHvofCuB88o99FYAk+FcD55R76HwrgfPKPfRWAJPhXA+eUe+h8K4Hzyj30VgCT4VwPnlHvofCuB88o99FYAk+FcD55R76HwrgfPKPfRWAJPhXA+eUe+iiq2u6tWVTjOEu6UXtM9kvDPkUftz/OwKwAAAAAAACCr9+5f8tT+a0vIKv37l/y1P5rQLKv2UfqOdxfMuxnXGp8nNtuWt/0OjV+yj9QsrhatWQjNeUls3GyXdTlLZw0cPvnkYcLLFqT/AL+0pMJKK0lpIyZe2zp8tfw/KXpeZjR7C6OVNqyEH2lkW0te1dd+PcWy9NhxJ1K+2MIWQ7NyUpKcOnNvS116rq+nQ7EsimNVlrsjyVb52nvl137Nie1tBr5iEs2WrpPJeUsSztE63yws5o9I9Pr8+iN/EIX5OBxSqc8l5EoWxrqUWoOOvV1009rXj3s7ttsKYc9klGO0tvzb0v7s2AcS2y9NqqeT6Ny1bmotzS5pc2tre+7+hPCXEbnp25MYRpvlXLl1KbU12fN079eHifRgDTFylXTKfST039ejceJ/Gh9r/g9gAAAAAAAAAAAAAAAAAAAAAAAAAAAAAAAAAAAAAHF4xlZFOTGMJyrhy7TXizqY0pzxq5WrU3FOS9ptaTBVu5pMmrvYZMGSVIbv3zif7Fv41lxDd++cT/Yt/GsuAAAAeLHGNc3OXLFJtvetI9gDi8Kyq/TMiMcmNlMnCNTja7IuXrbW3/q0uqXsPfCMqi3P4jRTlK7ktTjF287S5I71t93Ns64A5udK/wBPwo9lDse3+Pz+tvkl4a/5L4/Hn9f/AAS5/wC3wf5j/pMqj8ef1/8AAGjiF08fDstrW5Lu9nXvJeEZl2S7I2vn5dNS1r+h0mlJaa2mea64VrVcIwXlFaKlmtJsvttsOFxbh08/iqiqq2vRZRjbZFvs5OS6xf8AEdw89pDtOz548+ubl31156JU+er+EIYONK2/IbslPtZNPcdN8q0k2lr8Eech5tkFDJsyJ2J4/ZqupqFi5ouUn06Pe+/WtI+iquruUnXLmUZOD9jT00bAOJGzId0Fk2ZNdXNbp1wfV9o9b0u7WteZrxo5FCUKu2djzbHOMk9cr7Rr+j9XuO3TdXkUxtqkpVzW4teKNgHzcbeITqjGu3K9bsFZOUNShNzSmltd2v6I62B2yqyK7pTl2dsowlPvcdJr6+8uPM/iS+oDMfir6jJiPxV9RkAAAAAAAAAAAAAAAAAAAAAAAAAAAAAAAAADAAAHmyyNUJTnJRjFbbb0kB6I5Zc3nLGpolJR62WPpGPTprzZqs5uK01vGvlVjSb52ouMpL2PwT8y+MVGKivBaM7XqY99vRLxP5DL7UPzIqJeJ/IZfah+ZGoVgAAAAAAAGnK+SXfYl+BuNOV8ku+xL8APON8nx/sL8DZbJwqnJLmcU2l5mvG+T4/2F+BvA4vDeI5F+ZGuxqcZpvSWuU7R4hVXCTlCEYyl3tLWz2VlZbwnGWTlzeOUPIw6q41Ru3fXuEo7i1zLe/Yc6nE4hgxz4022Ps4KdFUFquLk5bUfPS1pf2PoZzhBJzko7aS29bb7kee2r7fsOZdry8/L7N62SpxY2ZXLX2mRkeju17lXXJzj6vRNuO9b9nsJ8J59PD6YavhFUVc7UPWjuyXO0td+tH05qhdXO2yuEtzr1zry2toDjZMZRutupnlSbw5KptS9aS5ujWu/qu8V25zy0pu9WdpBRhyPkdfIuZt679839UjvADjcKebG/FWRZdZG3E57O0XSNicend06N9PYdaHfL6z2eId8vrA9gAAAAAAAAAAAAAAAAAAAAAAAAAAAAAAAAAAYMmAABFPKWS78fCtSvr0nNxbjF/8Av2GbbMbXvOy5Y0YqqmV1tj1CEf8Al+CKY75VzLT11Row8b0WlV9pOyW9ynN7bZQOW5a6gS8M+RR+3P8AOyol4Z8ij9uf52alWAAAAAAAAQVfv3L/AJan81peQVfv7L/lqfzWgbLqbrqK1Tkzoa73GMXv70zzPFyZY8ILPsjOLfNYoR3L+mtFMOaMVHl3rp3meaX8H9zNKmViWeLkyorhHPtjOO+aahDcv7aLDzuX8H9xuX8H9zWW2vmsnhuZKXEFLHttjcrOwULElGTb6vqu9cv3MrWJmLiMrZdruM+aDjrlceXXK/W7v6e07XNL+D+45pfwf3DHz2Ph57VinRKEZqiTjta51ZuWvWfh4+J9IeOaX8H9xzS/g/uB7B45pfwf3HNL+D+4Cfxofa/4PZrfNJx2tJPfebAAAAAAAAAAAAAAAAAAAAAAAAAAAAAAAAAAAAAADAMgAAAIbv3zif7Fv41lxDd++cT/AGLfxrLgAAAAAAAAIs/9vg/zH/SZvnGU42xhN1yfdJJNrp39TRn/ALfB/mP+kynTUm0tp+0CarFyYV2RnnWWSktRk4RXJ7VpfiK8XKhXZGefZZKS9WThFOH1aX4lW5fwf3HNL+D+5ml+9/7HjHhZXSoW3Sumu+ckk393Q5XFcTIt4nVdXVOyiNajYoSSclzb13r2P+h2Ny/g/uOaX8H9zUW7fNw4dmqqMXXdCntL32akpSjzT3F/GXhvx6FE8fiHwnj2RrnqFsFKzaXNDk02/W8/DR3OaX8H9xzS/g/uBLwimzH4VjU3R5bIQSkvJlp45pfwf3HNL+D+4Hs8z+JL6jHNL+D+5iTk4tcvf7QPcfir6jJhdFoyAAAAAAAAAAAAAAAAAAAAAAAAAAAAAADAAAAkzc6GK4VqMrLrHqFcO9+32L2jemzG5XUUymo62+r7l4shohdnQsedTCNMmuSl9Wkuu5f+jZDAg815ds5WWf8A+tS7q17F/wAlhnatzHphJRSSWkjIMmoCTifyGX2ofmRWScT+Qy+1D8yArAAAAAADkW5+Qs2/klFU499VLrcdufMo7e/D4y+5gdc05XyS77EvwOXxfiOTiZMo0/s664zk+TcY7k03J76LS8N+JfxG6VWJZy0WXbhJPs+Xp08dtAe8b5Pj/YX4GqOLkrJ7R59jr5t9lyR1ry3rZtx0/RqGlvUF+Bt3L+D+5jZlpLDFyVk9o8+yVe2+ycI615b1s2UU3V2WSsyZ2xk/VjKKSh9Wl+Ju3L+D+45pfwf3Gm3K1Hxai7Ixq4463ON1cvqSkns4vwdnc1ksei6lvHqhNzsTc2p7ml18Vvy2fTc0v4P7jml/B/c1LgZGHmegqqqq2SbnJb0pQelypev0W99dvRdwmjJruyLcqLU7Y1be11koJS/udHml/B/cc0v4P7geweOaX8H9xzS/g/uB7PEO+X1jml/B/cQTSe+9vYHsAAAAAAAAAAAAAAAAAAAAAAAAAAAAAAAAwAAMSkoxbk0ku9s1ZORVi0ytulywj/8A2iSVC4rVTZfG2urq3RLpzeXN/wCjLVY4/N6bJW5dud2ddarxofHnLq59O6P/ALKKKKsetV0wjCC8EjYkopJLSRkaLlviAMg1IScM+RR+3P8AOysk4Z8ij9uf52BWAABpyLZU1OcKLLnv4lfLv+7SNwA4+TnX224lTpyMKFtrjKdnJtrkk0lpvXVI83cQvr/w9LIhNTvS0pdOq5+Xn8u7r5HWupqyKnXfXC2t98ZxTT/ozHYVf/ih8Xk+Kvi+X1ewCXhl07I312Nysps5W+dTT9VPo9Lz8jXhytnxvLd1Srfo9Okpc21zWewuppqx61XRVCqC7owiopf0RLT+/sr+Wp/NYBcDIAwDIAAAAAAAAAAAAAAAAAAAAAAAAAAAAAAAAAAAAAAAAAAAAAAAAAAAAAAIbv3zif7Fv41lxDd++cT/AGLfxrLgAAAAADVVfTe5dlbXZyvUuSSevrMxuqnZKuFkJTh8aKkm19aOXhqyHE7chU3uqUIw9etQcHzdyS1tLe9vf1mrAxbYZ+P/APGlXKl3O21pJTUpbWn476P2aA6Gf+3wf5j/AKTLTm50cj0/Ck7a+w7fpDs3zb5Jf6t/8HSAwZAAwDIAAAAAAAAAAAAAAAAAAAAAAAAAAAAAAAAAAAAAABgyYAAEMcmzKyrKYUyjjxTjO1txbflH/wBmbbMbXrIyJ2wsqwJVzvg1GXM+kN+L/wDRtxqJU1QVtjtsiutkktszi4tOJSqqIKMV97fmzcJ+qssp1j0AGTUAAAEnE/kMvtQ/Misk4n8hl9qH5kBWAAAAAE1mDjWZUcmdSd0dalt+Hdtdz1vxKQBFPheFZ2fPQmoRUUuZ6aXVJ9eq+vZvyvkl32JfgbjTlfJLvsS/ABi/JKfsR/A2mrF+SU/Yj+BuAwDIAAAAAAAAAAAAAAAAAAAAAAAAAAAAAAAAAAAAAAAAAGDJgAabMiuuyNXPHtZpuEG+r0aMzLtrthRjUO22fXb6RivNv/g21YdNWRZkKLd1nxpN7f1LyRm1zGSbyasOjI1OzNnGc5tNVperDXdrzftLQDZNJyy3QAyGAAAEnDPkUftz/Oysk4Z8ij9uf52BWAAAAAAAAQU/v7K/lqfzWF5BT+/sr+Wp/NYBeAAAAAAAAAAAAAAAAAAAAAAAAAAAAAAAAAAAAAAAAAAAAAAAAAAAAAAAAAAIbv3zif7Fv41lxDd++cT/AGLfxrLgAAAAAAAAIs/9vg/zH/SZaRZ/7fB/mP8ApMtAAAAAAAAAAAAAAAAAAAAAAAAAAAAAAAAAAAAAAAAAGAABqyMirGplbfNQhHvbF1vZwk4pzmotqCfWX1E2PRdkQU+Iwrc1PnhWltV/18WYuYzu9PNlE+ISptd04Y2lLsknGUn4bfl7DoACRly3wAyDUgAAAAAScT+Qy+1D8yKyTifyGX2ofmQFYAAAAAAABpyvkl32JfgbjTlfJLvsS/ABi/JKfsR/A3GnF+SU/Yj+BuAAAAAAAAAAAAAAAAAAAAAAAAAAAAAAAAAAAAAAAMAAAeZSjBbk0l7WB6b11Zz5XviVNkMG91pS5ZWqO+njyv8A5MxWVlZFsb6o14iThyy6ys9vsRbXXCqtQrioxitJJaSM7dOMP3eMemOPRGqDk1Fa3J7b/qbQDXO3fNADIAAAAAAJOGfIo/bn+dlZJwz5FH7c/wA7ArAAAAAAar76seCndZGuO9bk9dfIw8ilY/bu2Cp1zc+/V157A3EFP7+yv5an81hVRkVZEXKmyM0npuL3p+RLT+/sr+Wp/NYBeAAAAAAAAAAAAAAAAAAAAAAAAAAAAAAAAAAAAAAAAAAAAAAAAAAAAAAAAAAIbv3zif7Fv41lxDd++cT/AGLfxrLgAAAAHiclCMpS3pLb0tgewT42XTlOSqlLmhrmjOEoNb7ujSZ5pz8a+9012Nz663FpS09PTa09ewDxn/t8H+Y/6TLSLP8A2+D/ADH/AEmWgAAAAAAAAAAABgAZAAAAAAAAAAAAAAAAAAAAAAAAMAN6A1ZF9eNU7LXqK8vE5Od/iTGx6v8AKjKy590Gta9rPHHM2vJw3XiXVyanqUk9uOvLzPlZSsus5XtyekdvH4/dz8mf4ff9O1wDicrOKzeVHtLL+is8Y+SXkj644nAuDU41VeTP17pLmi/CKO2T5PXf0twudm86AGrIyK8ap2WPSXl3s5q6bQTYmZVmRbr2nHvT70UizXZLtkABoAABJxP5DL7UPzIrJOJ/IZfah+ZAVgAAAAABwci+xcVujK+yF0b6o0VKbSnW1HmfL3Pvl18NAd405XyS77EvwOHxXNtjmqyu6LojVCyquNkou9uT2o8rW33d++/uOxxB3rEs7CNcvVlzc8mumvDSYGzF+SU/Yj+BuNOL8kp+xH8DcAAAAAAAAAAAAAAAAAAAAAAAAAAAAAAAAAAAAwAAAJrspKU6KJQnkqHMq29feGyW9GbmV4VXPZttvUYRW3J+SRp9DWZbTk5SknCKcaG04wl59O9m3Dotqq3lXdta3zN60o+xewqM77VuY8Y9/cMgGoDBkAAAAAAAAACThnyKP25/nZWScM+RR+3P87ArAAA05FU7anCu+dEt/Hgot/3TRuAHIyMLLrsxshXW5zotc+znyRenGUemklvr4nmzEypcFlhqlc7jzdJrSbntxXtS7n3dx2QBzeEY91MMiV0LIdrbzRVk1KeuVL1munh92jxhUzp43mKzItvbx6WnYopr1rOnqpHVIKf39lfy1P5rALwAAAAAAAAAAAAAAAAAAAAAAAAAAAAAAAAAAAAAAAAAAAAAAAR5mfVhyjGalKUuuorwN9NsL6o2VvcZLoTZ3DoZk4z53CSWtpb2ijHojj0RqhvlivEq61wmb3z03AwZJUAwAMgwAIrv3zif7Fv41lxDd++cT/Yt/GsuAAAAeJ8/JJwSc0vVTek37WewBzeH0ZlMbLMmFLybZRc5xtbTXkvVWkl3I10cLnDideQ1GuqnncIxtlPbl7GtR8ei2dYAc7Oogs7Bu9bn7fXx3r4kvDejokWf+3wf5j/pMtAAAAAAAAAGDJgACbJzqMWahbJqTW9Jb0iiElOKlF7TW0xpm4yZADQAAAAAAAAAAAAAAAAwAAA2RZfFMTETVlqc/CEVtt+QJN3UUX31Y8Oe6ahHzZ8txvjd2TW68dOvGntc+/Wnr8ETcRwuJZV7nOu+zlW+XT6HnhvB8rNnOMoTqgl8acWls74ePH82Vcc/LZ9OM5/0nxL2+SuXKoR7uh9XicFwZVV3OiUZyim05Pp7DTwr/D1eLPtclqyafqxXcjuDyeSdYp8fjvefbEYqMVGK0ktJGQZOD0MGjMxo5dDqk3HrtNeDN4E4ZZtJgYMcKMvWc5S73rRWALbeaSSTUZAAaAAAScT+Qy+1D8yKyTifyGX2ofmQFYAAAAAYMgDGjVlfJLvsS/A3GnK+SXfYl+ADF+SU/Yj+BuNOL8kp+xH8DcAAAAAAAAAAAAAAAAAAAAAAAAAAAAAAAAAMAAAebJxrrlOclGEVtt9yIJ74tjwdF1lWO5PnajqU17H4J+Zlqscd83pttyrnmxx6KHJLTssl0jFeS82bMbDpxefsoalN80pN7bf1m6uuNdcYRWoxWkehouXGoAGTUgAAAAAAAAAAAAAScM+RR+3P87KyThnyKP25/nYFYAAAAAAABBT+/sr+Wp/NYXkFP7+yv5an81gF4AAAAAAAAAAAAAAAAAAAAAAAAAAAAAAAAAAAAAAAAAAAAAAAAMADJgAAY3pbI3xPHd8qa5qc4puTXxY/XLuR81xrNzJwULcmucLF1rp+LH2N97NxxuV1DLWE3lw+rozMfInOFN0Jyg9SUX3M3nx3AsbIyEpVQ0oTXr9yR9iVnj63Scc5nzJwiu/fOJ/sW/jWXEN375xP9i38ay4hQAAAAAAACLP/AG+D/Mf9JlpFn/t8H+Y/6TLQAAAAAAAAAAA5udwz0u9Wxt5HrTWtl1NSpphXHugkls9g222aZMZLsMgGNAAAAAAAAAAAAAAwAAPFlkKoOdklCK723pGZzjXBzm1GKW234HyH+IONQzpLFx4y5IS6z8/6FY4+10y8S6bP8RcWla3Ti3xlUtb7N9/1sn4Dwy7N5rJ8qhF65muvt0b/APD3BLXcsnJrSq6+rNdZf08j6uuuFUFCuCjFdyS0jpllMZqOcm7uPaWloAycXVgGQAAAAAAAAAAAGCPN4hVhzjCUZSk1vUfBFhHm8PqzJxnKUoyS1uPijcdb5TlvXCii6F9MbYPcZLoaeJ/IZ/ah+ZG6imGPTGqC9WK6GnifyGf2ofmRlbP1VgANAAAAAA05XyS77EvwNxpyvkl32JfgAxfklP2I/gbjTi/JKfsR/A3AAAAAAAAAAAAAAAAAAAAAAAAAAAAAAAwAAPE7IwaUpJOT0k33snzs6OJyQjCVt1j1CuPe/b7F7RHBrlmel2uU7NagpPpX56X/ACZtcx43WvHhkZatedVCNE9clDW3pPvk/P2FySSSS0kZA0zLLYAZNSAAAAAAAAAAAAAAAAEnDPkUftz/ADsrJOGfIo/bn+dgVmq+yVNMrI1Tua/0V62/q20jaAOXicZjlW0Q9By6oXNqFlihyvSb8JPyZ1D5nhOTRZxGNca4Ruja9Uqcn2MXBtvlb0nvp3LvPob8inGr7TItrqr7uaySivvYG0HMzOLVR4dkZWBbj5Toi5TjG1NJab8NlWdkvExJXRhzy3GMY71uTaS6/WwKSCn9/ZX8tT+aw2YeTO6V9d0Iwsonyy5ZbT3FNNfeS4WVj5XG8yeNfXdGOPTFuuSkk+azp0A6oAAAAAAAAAAAAAAAAAAAAAAAAAAAAAAAAAAAAAAAAAAGDJgAA3o5+RxnEps7NSdkvFQ66Nkt6ZcpO3QBwauO2ytjqjtVZ0hCpdd/Wb+J4ubnYcJc06un+Zjwa6//AG/4Fll0rGbntelOXxXHxr40etZdJr1YLuT8W+5HJyeLuHELHLIlOqt+pXWuVP634kGRg5ynFKm3k1qEfIvr/wANTdSc7Vz8u+X2+TOs8eE5yrjfNl1hGnKzrMjAsoqrrjt8zdS0l167/r4kXCuEX5tvrxlCrxm10/od7g/DbcW+dk4KuLjy8u97OwlruKvkmHGKJ47nfbNpw8SrCoVVMdRX9zeAee3bvJriIrv3zif7Fv41lxDd++cT/Yt/GsuDQAAcq/jEqcmyj4NzbJVrmbgoNOO2k/jeOnoupu7fEhfVH9pBTipPzW0m1s4vHcmijiePDIUKq7I8srZTlByWpvlWmt6aXR/xHXxVK3htK5HjSnTH1Y9HU3HuW/L/AIA84eXZfffTbXCMqeXbrnzR2/Del1Xl7UTYnF/SOIei9lFdbF0nuUeV66rXj7GzdhcO9Do7GOXkWR5lLc+Tfft9VFb347FHC6qMmNytukoOUq65NcsHLv1034vvbA852RS87BoV1fbK/fZ8y5tckvA6JFnpdvgvXX0jv/8ApMtAAAAAAAAAAAAAAAAAAAAAAAAAAGuy2upJ2TjBPpuT0BsMBNNbQAHmc41wc5yUYpbbb6InyuIYmG9X3xg9b5fH7j5Hi3F7eJuUIxcMfwjvq/ayscLldRlsk9r038R4xfnSdFN0VTOWnyrr39Ops4XwN5VrvssXLGfXS7/EzwLgdtk4ZOQlGnScYvq5H1UIRriowioxXcktHXLKYcYuU35Ob09IAycHYAAAAAAAAAAAAAAAAAAAk4n8hl9qH5kVknE/kMvtQ/MgKwABDn8ReDKC9Dyb1NpJ1KL6vw6yTPeDmemRsbotolXPklC1Le9J+DfmT8esjXw5ylCLSknzybSr/wDLa6r/APY4JbTdj2Tx9OtzT7RScud8sdvbb3p9P6AdM1yuqjbGqVkFZJbjByW39SNhw78W58Sv/wAiU5W302V3JdIQiltb8O6XvfWB2ZzhDXPJR2+VbetvyPGV8ku+xL8DlcTxsvLsxsiutOMJ1SjXZtOt8ycm0vZ93XzL+JU2XYk+zybaOWMm+zUXzdO58yYG7F+SU/Yj+BuNOL8kp+xH8DcAAAAAAAAAAAAAAAAAAAAAAAAAAAAwAAI7siV0LqsGyuWRBpS5n0hvz9vsPKyL8jMlTClxx4bU7J7Tk9d0f/ZRi4tOJUqqIKMV19rfm/Mztepj32xi0OimMbLJXTW9zl3vZvANTbu7oAZDAAAAYAGQAAAAAAAAAAAAAk4Z8ij9uf52VknDPkUftz/OwKzxNScJKElGTT02tpP6j2acmyVNDsipNxa6Rg5tra3pIDlcPd3ZcOndm9rGfSPLVyubUJfGfM/Db+vR2mk1pra9p87wy2qXEq7IQS7WUkpehSrTem3qTlrw/qfRgSZ+DDOw7MWVllULFqTq0m15dUzFmBG6h0333WxcOVttJ73tS6JdSwATYeJHEjNKyy2dkuadljTlJ6S8El3JLoaaV/8A57K/lqfzWl5BT+/sr+Wp/NYBeAAAAAAAAAAAAAAAAAAAAAAAAAAAAAAAAAAAAAAwAAB4uthTVKyx6jFbbA9g4mb/AIlxcZJVwlZY/wDS+miLF/xHZmZ0ab6lVj2epqD3Lb8dlemV6jNyd3S//ENvaYFldNsXOtpzrUurTPn8DhvaU9tl3Oipy0owe5vz+o+nv4RT6J2WLGNclLm2+vM/a+9nJzsWzFVdblHtHuW+9eWjp4+ZraPJZjd4z+Xa4bj4FdUZYcIJJa3rr/UuPmeE4WS7KrYxcVz8zs30a31PpiM8ZjdStwyuU3QAyQtgGQAAAEN375xP9i38ay4hu/fOJ/sW/jWXAAABybllPiuQq8yEYqiElXKnmUVufVPmXXv+5FvD5Rlw/GlCc7IOqLjOfxpLS6v2nF4rfC7KcLK5SlUpN7wZz9Xb67Ul0/HR3cWasxKZppqUItNR5U+nl4fUBuAAEWf+3wf5j/pMtIs/9vg/zH/SZaBgAnvzcfHsULbVGT8P/Y1tlulIMJ7MhoDBkAAAAAAAAAAAAAAAADByuLYN+RbCypKaS04t617Tqg2XV3E5SWaqfBplj4ldU3uUV1/9EfGuLx4Yq4qHPZZvSKcu+7s3HCjC23m5XuXSHtf/AKOD/iGEoKmNyU7VBf53Kk5Pr/b2e03Ce2WlZaww3XKWNl8Yz5WxanZY99+lE7nC/wDDaqlKefyT8Ixi3/c0f4Ynb2/JCL5e+zp09h9SdfJlcPpjhhPxPqyYjGMIqMUlFLSSMgHB3ZAAAAAAAAAAAAAAAAAAAAACTifyGX2ofmRWScT+Qy+1D8yArAAHP4p2yli9jkRp3bytOvm5m09LvXTv/se8DmTyIWXdrZGxKWo8sY+rHolt9Nf8k3G8iNdfY2QlKNnKl/8AGlat7fTo117vuPfA5ReLZCMeXksaa7B1NPSfVNtv6wOmAABpyvkl32JfgbjTlfJLvsS/ABi/JKfsR/A3GnF+SU/Yj+BuAAAAAAAAAAAAAYAyAAAAAAAADAAAGq25VppalZpuME1uWvIEmzIyKsamV101CEe9sksofE1TbKyyvH1zOlrlcn4b9nsPeNTffXz8QjXKTlzQrS2q/Lr4v2lpnbpv067DJgya5sAyAAAAGDIA5XGrr6oV9lKUINvmlHz8EU8MstswoSu25ddN97XgVvqCt8aT687ZBgySoAAAAAAAAAAAk4Z8ij9uf52VknDPkUftz/OwKwDVk3Rxsa2+e+WqDm9d+ktgfP8ACrqLM2qMYySjc1VS7uZVJwb3rXR9614bPpThcCWc7JvKqx651y5bNw3a1rcdyUmn3r7jugAAAIKf39lfy1P5rC8gp/f2V/LU/msAvAAAAAAAAAAAAAAAAAAAAAAAAAAAAAAAABgyBgA1X5NOOk7rIw3/ABPQZ02g5741g8snC7na6JRi22/YvE59nFL82yuuvnxK5T5ZPSc/L6kbq9Kkmt28OtmcQow0lbJucvi1wW5S+pHD4ws/IznWpThR0cIxT3L/APmfQ1UQqjFJOUox5eeXWTXtZtMl1W2zXDhL/DOPNOV1ku0l1bgtG3F/w7h42TG+Lsk4vcYyfRM7AL98utuVwxt3Q1201XJK2uM0u7mWzYCFsRSikktJdyRkyAAAAwAS8QyXiYzsjHmltJb7hJtluptUCDhedPLVkbIpShrrHuey82zV1SXc2iu/fOJ/sW/jWXEN375xP9i38ay4xoAAOBxm+qvitNcnKl2V8tlqu7PcdTaXd104vr4cy8zrcPcZcPxnCrsYuqLVb/0LS6f0ORm25V3HIQqpqdD/AMlTyI88e1Sc+iT2unjrwO7Xz9nHtOVz0ublXTfjoD2DnYFt8su+uWR6RVBJOzkUUp7e4rXfrp9XmeZyyFxqqmvJslW4yttg4x5Yx7oret7b9v8ApYG7P/b4P8x/0mWnNzsiDz8Kjls51fvfZy5fiS/1a1/c6QGDlZ3Cp5GU7a7IpT1zc3h9R1QbMrOk5Yy9vNUFXXGC6qKSPRkGKYB5slyVykltpN68zj8P4lkX5ka7GpRnvol8UqY2zablJdO2ACVAAAAAAAAAMAAAa77q6KpWXTUIR75N9wO3ttJbb0j5XjnEZ5WQq8SU3TBNOce5y8deZfxqd91EbIWqOLLlcYRTUrH39d9yHA6IX1Wu6uLjzLUJJPT8y8Jx7Mysn0/P+mzhjeF/h/to1f5ijKbXjJ7fVkvCs+3id88bMhC2txcukdcp9Dyrl1pa7tGqnGoocnTTCty7+WKWxMpJeE5TLKy2s4+PVjQ5KYKK7/rNoBCumQAGgAAAAAAAAAAAAAAAAAAAAAScT+Qy+1D8yKyTifyGX2ofmQFYAA5nHZxrwOaUdyU1yS7Rw5JeD5vD/nevEzwaVcqrnW5T/wAxOVkp8zm3GL7/AGd39DT/AIgyMiuqqrEr7S5t2OL04uEdc21tb+Muhbw+FsMWKsVCXfFUQcYpfVsCsAADTlfJLvsS/A3GnK+SXfYl+ADF+SU/Yj+BuNOL8kp+xH8DcAAAAAAAAAAAGO4HI41RkW2VuEZTrS7o+DL8GFsMOuN/WxLrt7Ks42mZbulBkwZJUAAAYAAAEFt9mbU4cOvgtT5J263y+evBszbccdveRndlk141NcrrpabiuijHzbM4+DXTkWZDcrLrH8eb20vJeSN9NaqqjDmlJxSXNJ7b+tmwa+6rlqaxADJqAAAAAAAAAAAAAAAAAAAAAAAAAAACThnyKP25/nZWScM+RR+3P87ArPFtcLqp1WRUoTi4yi+5p96PYAio4Vg41yuoxa67F3SS692i0GnIlfGpvGqhbZv4s58i+/T/AAA3A4XG7748CzJ5sa8WUYPsnVktty09ddR+4uys/A9CnZbkJ0dn2jlCT6x3raa9oF5BT+/sr+Wp/NYa+B2Rtw52V3QtjOxyjGNnOq101HfXr4/1PODLIlxvM9Jqrrl6PTpV2Oaa5rPFxQHVAAAAAAAAAAAAAAAAAAAAAAAAAAAAwBkwDxbdXTHmtnGC85PQHs13XQordlsuWK8TVl52Ph0drdZFRfxevxvqOJl8Qv4rjX+i1KFVOm3N+s37EvA2TdLONuxXxPEsT5LouS/0f6n9SPnuPQzs5LIhi21U65Un1k/a0u45vD+G5WTl6qjJtNOVj8D76K1FLv0u86Wfh3aJlM5ZJ/L5v/DPCLaJPKvUofwwa6vp3s7a4fjLI7fs/X3vv6b89FQIuVtbr78gBklQYMgAYMgAAAAAAHiyuFsHCyKlF96Z7AGqiiqiPLVBRT6vRsADEV375xP9i38ay4hu/fOJ/sW/jWXBoAAIb+EcPyLnddiVzsk9uTXXetFdcI11xrguWMUopLwSPYAjq4biU1SqhVquS04OTa799zZQqoRtlYopTkkpS8Wl3fizYAIs/wDb4P8AMf8ASZaRZ/7fB/mP+ky0AAAAAAweIU11ycoVxjKXe0tNnsAcrI4x2OVKtVbhB6k99Tqp7WyazAxrbu2nWnPvfXo/rRSVdfCcZflkGDJKgAADAAAAltzqq8uGKuad0/8ATFb5V5vyQbJb085vE8bCjLtbFzxW+RdWzhXcVeTbW8mqhuuXNGDbaXTpvw2M/wDw/m3Zc7VbG6Vr25P1eX2a8jZT/hy/tN3Tqafe022v7HXHHDW8q5555Y31w/t1uISpt4arLoy00pRUe9NnOxuJ14lXZUUNzb5pOcu87d+PDIodVifK/LvJYcHxIw1KMpve+Zvr/YzHLHWqnLHLe4pxMhZOPC1Ll5vDyNx5rrjVBQglGKWkkejnXSdBkANAAAAAAAAAAAAAAAAAAAAAAAACTifyGX2ofmRWScT+Qy+1D8yArAAE2XgYua4PKoha4bUeZb1vW/wR6xcSjDrdeNVGqDe2o+ZvAAlnn49eT6PKb7TaT1FtJvuTfcmyo5NvDsh5t0oSr9Hvurum23zxcFFaS1pp8q8enUC2/MpxrIxuc47aXNyNxW3pbetLqe8r5Jd9iX4EGVRxHIvx+avFljw1OyHayjuaf2XtLvXd1K8+iu/Es7SO+WEmurXgBsxfklP2I/gbjTi/JKfsR/A3AAAAAAAAAADAHiy6uppWWRi33betns+c/wAQyVOXGUnzc8ekfFHa4dbC3BplXPnXKlzP2F3DWMrnM95WKgAQ6BgAAG9E+ZmU4dXaXS73qMUtuT8kvE0vDeVlQyL7JuuKUq6e5Rfm/NmbVMeN3p5hO3iErq7aHXiNOKcm1Ob8/Yi2qqFFca6oqEIrSil0R7A0ZZb4nQDINSAAAAAAAAAAAAAAAAAAAAAAAAAAAAABJwz5FH7c/wA7KyThnyKP25/nYFYAAAAAAABBT+/sr+Wp/NYXkFP7+yv5an81gF4AAAAAAAAAAAAAAAAAAAAADAAAHL41xOfD41xqhGU7N9ZdySNxlyuonLKYzddQ1ZF8MemVtnxY+RDh8Wrt4a8rJcKuVuMuvRteRxc3jt+bhWRqhCMJSS209peZsxu9N7m/h0rf8R0Vyf8AlNKPxuaSX3eZNx223IWLbj6Vc4bTl39fYcXGh2ljdrc5x7pNd59bkYHptFEt9jZGCTWtpew6ZYzGxGOe5xzf8OXk8KjdwiFtMVZdJpymk20uvReX9Cr/AA5gWYtVs7k1KxpJNeCOriY8cXHjVF7S8X4s3E3Pi4xvruzKvMIRgtQior2LR6AOawGQAAAAAAAAAAAAAAAAAAAEN375xP8AYt/GsuIbv3zif7Fv41lwAAAAAAAAEWf+3wf5j/pMtIs/9vg/zH/SZaBgGu3Iqo12tkYb7uZ6Paakk09phj0AA0AAAwZAAAAYByuIcUsxsnsq4Raik5OXidKmxW0wsSaU4qWmbcbJtMylunsbMOSS2+5HB4rm3Z3DLvR6p10ykoq1vXOuu9Ly7upk5ul643ekXH+M3q+dGJclDubg0/r6kXD8jIusnXHmlzetLlXV+HgMHgOVm1ucOSuCety8fuO3wXgNnD8p33Wxk+VqKj+J6vown6vLcs87qTUWVXXYfCVZfGTnHuUu/q+mzk3ceyO35ZTjVy9yS2pfWfTWVxtg4TipRktNM+f4j/h6c8nnxOVQktNTb6M54XG36leSZyfS79M3ZTCclpyim0ezTiUvHxaqXLmcIqOzccb27TpkABoAAAAAAAAAAAAAAAAAAAAAAAAAABJxP5DL7UPzIrJOJ/IZfah+ZAVgAAAAAAAGnK+SXfYl+BuNOV8ku+xL8AGL8kp+xH8DcacX5JT9iP4G4AAAAAAAGAMgGAPkv8W2P06mKWtV7359Ts/4cS+B6Xppvbf3nL/xNzWZsIuKcYwWtnQhk2YHCMZKCc5Lon3RXeejLnxyR5sePJbXYBJw3LeZQ5TilKMuV67mVnns1dPRLubgT5GQ4QnGiMbb4rar5kn18X7DVLO5870WmqVjj+1n3Rh08/F+w94eDVhqThzSnN7nZJ7lJ+1mdunr685GNRZ2cJ5jhbfFt8yj0jvwRUAam3YZMGQwAAAAAAAAAAAAAAAAAAAAAAAAAAAGDIAAwBkk4Z8ij9uf52VknDPkUftz/OwKwAAAAAAACCn9/ZX8tT+awvIKf39lfy1P5rALwAAAAAAAAAAAAAAAADAGTAAAh4rn+gY/PGHNOW9J9y9puzcqOHizvn1Ufbo+T41n5HELIVqlxhDyfRsvCS3npOW9cL6eLZmViXqHrTUd7iuq+o4Nc7smzlscnF7fPPzPo/8ADvB3j/8AysmD7R9YJv4v9DuQoqg24Vwi5d+orqXfJ63UTMJqW8187XwO27hdbhOXave4zelrfTS8P/2SUUW8OybIWRrctcrhrakmfYmuVNU5qcq4ymu6TXVGY+TU0Z4e13trxsSiiP8AlVKG+r8ygA5b2uTQDJgNZAAAAAAAAAAAAAAAAAAAAAAABDd++cT/AGLfxrLiG7984n+xb+NZcAAAA13OMaZuyfJBRblLeuVeL34GwwByOD5dFquuqyufGlKMa4zvdkl4be22ubppez2k3C8rIlxPV9naWTnbGVanLdKUnytx3y6a1rou9dWfQaQA5+c7vTsFctfY9v38z5t8kvDX/J0SLP8A2+D/ADH/AEmWAcvifD7cm+NtUo/F5WpPWi7EpePjV1N8zitbNwNuVs0mYyXbIAMUAAAAABgADRdh4+RNTtqjKS8TORk0YlandNQj3Lp3vyS8SG7jVUJShTVZdZvlglpKT+vwXtKasXtHTfmV1yyYJ9Y71Hflv8Rd9KxmP5r08xoybM53XXctMP2dUPHp3y/9FmlrWlryMgRly2JJLSWgDIYwZAAwZAAAAAAAAAAAAAAAAAAAAAAAAAAAAAAABJxP5DL7UPzIrJOJ/IZfah+ZAVgAAAAAAAGnK+SXfYl+BuNOV8ku+xL8AGL8kp+xH8DcacX5JT9iP4G0DIMGQBgyYAilxTHjldg3Le+Xm1035FpzZcIrllu7tGouXM4a8frOkVlr4Tj7fLxO2uvXaTjHfdt62ezkcWwcjIyI2VR548vLretHSxa5VY1dc3uUYpNiySb2S23T5L/FdjfFFDfSMEdngUfTeC1xyl2iUmo779I4n+KlFcXeu/kWzs/4Ys1wd7i0oylrX+rxPRn/AOqV5vHz5bHWhCnFp1FRrrj1fkiS528SrreJkcmNPfPOKak/ZHy+s0zvWRjTnxOpVY85Ls6nvmeuvra/A31cVwHKNcLVHwW1pL2Hl1cuXt3j4+PldGKikkZACQyAAAAAAAAAAAAAAAAYMgAAB4nZCuPNOSivNvRmLUltNNPxRzuL4l2Sq3Subl3uO9f1KOG0TxsSNdnxlt6Xh7CtTW9p3d6VGTBklQAAABgADxdZ2VM7NN8kW9LxOZw/iduRlKqyMNSTacfA2Y2zablJdOsDVk5FeNS7LG9LwXe2a8PNrzIyde0498Zd6GrrbdzelRJwz5FH7c/zsqJeGfIo/bn+dmNVgAAAaciiORU65ysit73XZKD+9NMDzm5dWDjTyL+fs4dZOMXLS8+hubSTbekjl53C7HwvKxcKcpzyIuDeTkTkopp9VvmKbse/Mx3RkONUZwXP2UuZqW+5bWmteaA2YeZTnUu7Hk5QUnHbTXVPTNNP7+yv5an81hjhWDbg03wtvdrsunYm9LSb34JdTVg40MbjeZGErZJ49L/zLZTfxrPGTYHVAAAAAAAAAAAwAByeL5uRj3QhVLki1vm1vfsL8K2d+JXZYtSkuv8A7Ns4QmtTipL2rZi1S7Kar6T5Xy/WVuWaRJZbXs43F+MTwcmNNcV8VSba2czBzcqjiP8AmcyhzctimzZxWl8XypW4C7fkioc3dHe34+P9C5jMcvqTvLyY7xj6CjKhZhwyZtQjKCk230RNlZ19uIrOF1Rv5lLU3LUY6/uxicN/+DVRnuOQ4aaTjpR0u72/1OhGKikkkkvBHK816JrGfe/4fI8KjdxDiUY5qnkQSfOrN6i/PXgz6jHw6MVNVQ1vvbe2btJeBkrLLfTnN6+q7ADicRz8qnNlCEuSMdaWt8wxx9uIzLL1jtg8wblCLktNrbXkeyVBgyYA5l3GIVZTq7NuEXyynv8A4OmRWcMxrMjtpJ7b2476NlpWWvhOPt8hkwZJUAAAAAAAAAAAAAAAAAAAAAIbv3zif7Fv41lxDd++cT/Yt/GsuAAAAAAAAAiz/wBvg/zH/SZaRZ/7fB/mP+ky0AAAAAAAADABhyUU23pLzAyRyzYW5U8ShuVsYvmmluNb8N+32Hi6eVk21LEnCGO0pSvTUt+xL/ksrqhWn2cIx5nt6WtvzM7XqYzl81gcDyMfiEJzUnyz5pTfc9H1ABVy2565toZMGTGgAAAAADBkAAAAAAAAAAAAAAAAAAAAAAAAAAAAAAEnE/kMvtQ/Misk4n8hl9qH5kBWAAAAAHOt4m4Zs6o0OVNVkKrbebXLKWtJLx71v6zokFnDITy53K2cY2ThZZWtalKOtPzXcvuA853E3iWySoc6qoxndPn1yRbaTS8e5vwNvEsvHxcSz0i+qnnjJR7Sajt68NmrI4WslvtcixqcIwuWl/mKL316dO993mV5XyW77EvwAYvySn7EfwJ+Kq94msfm3tc3L36KMX5JT9iP4G02XVZZuObwZZCqn23OobXJz9/tOkALd3ZJqaZABjQwABPk5lOLy9rJpy7kltm2q2F1cbK3uMu5knEOH+mOElZySitdVtNHhKePh+j8PcLroPUuaXSLfXb/APRt1J+rMZlctfD5b/Et0Z8Yt1Lm0lFa9i6nW/wpiKWO8mycpuM2q4t9IdOr15s5PHcKzG4h67dkpxUnPl1zPxPpv8PY1mLwqEbYuMpNy0+/qd8+fHNuWF9fJZj/ACo4hhemVxSnySg9p62j5SzDlHM5YevHn5fLrs+3JvQcf0jt+yXab3vb1vz0Rh5PXhufj9uXvFqlTjV1ze5Rik2bgZOTpOAABoAAAAAAAAAAMAHmyLnXKKenJNb8gPML6rJSjCyMpR70nto2HG4fwy+jMjZY4xjDfc/jHZKykl4TjbZyGTBklTAMgAYMmABDkcUox8jspqba+M0uiLiDJ4VTkZDtc5x5vjJeJWOvlOW/hemmtrxASSSS7kCVMSlGMW5NJJdWyHCuwJ3SjjRjGbX8Otr2Fltcbap1y+LJNMhwuFLFyO1la566RWtfeVNaqLvc0qy8aGXQ6ptrrtNeDNeDgww1LUnKUu9srBm7rSvWb2EvDPkUftz/ADsrJOGfIo/bn+dmNVgAAAAAAAEFP7+yv5an81heQU/v7K/lqfzWAXgwAMgAAAYAyYAAHN47lX4uCp4/RuWnJLfKjd8JYnO4u+Ka8X0X3nL49xmEKI1YknZKXWTh3JfWVjNZTcTZ7T6VH+H8zJyqbfSG5qLXLNrv9hXHiMLst42PCdjjtTsUfUg14N/+jk8ChZn7lk3WuNLi64J6j9b8X3eJ9Ekl3IZ79leP1mM+XzGDj5VnFOfLTsnNuNkXD1FHxPpoxjCKjFKKXckegZbs3b2AGjLyq8StTs31ekkurM7ZbpvBoxcmvKq7Svffpp96ZvHRvYYcYtpuKbXc9HoBrBkAAAAMAyAAAAAAAAAAAAAAAAAAAAAAAAAIbv3zif7Fv41lxDd++cT/AGLfxrLgAAAAADRRlUZDkqLq7HHv5JJ6EMvHnfKiN9crYvTgpdV49xz8KeZK7Iysjh91drio1189euVPuTUn18W3ozDHujxXtKMe6mDscrpyuThYuXXSO31+L4LuApz/ANvg/wAx/wBJlpzc6qz0/Cs9Is5O312Wo8vxJdd63/c6QAAAAYAAA0X5dGPOuFs9TsfLGK6tv6g2S3iPd10KKpW2PUILbfsIlD4Wx/8A5NNlNPNuMHLTnH/yXgvYbMbGv9Jnfk3c29qFcekYx/5ftLTO17mPXbzCMYRUYpRilpJeB6ANcwGQAAAAAADBkwBxOJZ2VTmuEJOEY65VrfMdmtuVcXJak0m15GWk2m0m0ZKtlmkyWXewyYMkqAAAAAAAAAAAAAAAAAAAAAAAAAAAJOJ/IZfah+ZFZJxP5DL7UPzICsAAAAAAAA05XyS77EvwNxpyvkl32JfgAxfklP2I/gbjTi/JKfsR/A3AAAABgAAa77q8eqVt01CEerkySULs62m2F0q8TSnyxTjKb8n5Izapjvm9CypZl9uPTCaqinGd+9al/wCPn9ZRiYlOHSq6Y6W9tvq5Pzb8Wb9aA0XL4nTEoxlrminru2jIMmpYMgAAAAAAAAAAAAAAAAAAABgGQAAAAAAAAAAAAAAYMgAAAAJOGfIo/bn+dlZJwz5FH7c/zsCsAAAAAAAAgp/f2V/LU/msLyCn9/ZX8tT+awC4A4b4jlLiXJv1e05Oz14bKxxt6TllI7gAJUGq/Ipx4c91ka4+cno5/H+IW8PwlOhLnnLl5mtqPQ+Mycy/MtcrrHbNLxOuHj9pu1yyzsusY++o4hiZEuWm+E5PwRNxPLnPBmsBSvs5uR9k16vi9vwODwDhUspy9InFV7Tdab5mv/R9bRRVj1qumEYQXcorSIzmrw64a19XN/w+UxOB5OZU3dJxjHuhLaUmdOrgCderLFFvo4xW1o7hhtJbfQ33u03Hc1emrGxqsWpV0wUYr+5uCaa2uqBDZwAyA1gmzsOOZUoOTi4vaaKQJdcxlm+E2DiRw6XBScm3tt+JSALdkmumQAGgAAAAAAAAAAAAAAAAAAAAAAAAAAAAAAAIbv3zif7Fv41lxDd++cT/AGLfxrLgAAAAAAAAIs/9vg/zH/SZaRZ/7fB/mP8ApMtAGAAABB6Ws930Yk5R5Vp3pJxT8l5sy1WONrZm5F1UIxxae1tm9LrqMfa35HqnFhG1ZFkYyyXBRlNL8PJGcPErw6VVVtre5Sk9uT8W35lA/dty1xiAGTUAAAAAAAAAAAAADAMgAAAAAAAAAAAAAAAAAAAAAAAAAAAAAAEnE/kMvtQ/Misk4n8hl9qH5kBWAAAAAAAAacr5Jd9iX4G405XyS77EvwAYvySn7EfwNxpxfklP2I/gbgBgAAar7exqnNRlNxTfLHq39Rpvz668qGNFSsun/pgt8q835Ixi4KpunkW2Suvn055dOVeSXgjN/Zcx1N5PNNE8yqFnEKIKUZ88K115PLfmy4AaTctgBk1gAAAAAAAAAAAAAAAAAAAAAAAAAAAAAAAAAAAAAAAAAAAAAEnDPkUftz/Oysk4Z8ij9uf52BWAABquvqx6+0vthVDu5pyUV97NpgDmcQ4pGPDMjK4dfjXyoi5yXPzLSTfg+8p4nmrh/D7spwc+zXSK8W3pf3Z6zcOvNxZ41spxrsWpcj02vIxbg13UypunZZCUORqUu/rvfTx9oHjhuVZkVWdvpW1y1KKrceXomujb8yfByYZPG8yVcbUo49KfaVSg/jWeEki3GxYYynyynKVkuac5y25PWvwSNFP7+yv5an81gFx55Ic/Pyrm89dT0SZudDE5YuFlls/iV1x23/6G9NmNyuorOXxTisMaMqKJ82T5RXNyLzfl/U23Y2Tlzg53zoo5U3VDpLfk5eX1FirgnJqK3L4z13mS8tsxk5fH8Fx8zM4j/wDIUrKdvtFNbi//ANncn/h/Ebl2W64vuiktJnWjFRWopJeSOHZn5a4i4JtanyqvXetnaW5XccsrqaqrhvDbMW922zi+mkonTAOdtt3VYySagQcXotyMaMalzaltx33ovAl1dlm5pBwmi3HxpRtWty2o+SLwBbu7JNTTIAMaAAAAAAAAAAAAAAAAAAAAAAAAAAAAAAAAAAAAAAAAhu/fOJ/sW/jWXEN375xP9i38ay4AAAAAAAkxs2ORbKp03UzUVLltjpuL8V1//Yln0x4hDC9Z2zi5dF0WvN+YHnP/AG+D/Mf9JlhHn/t8H+Y/6TLAB4tthTXKy2ahCK25N6SPGVkQxaJXWKTUfCK22/BJEyxvhCFNubS4ODclS5bXsb9pm144/N6Z3l35kXCUa8SOntabt6f2RXXXCuCjCKjFdyS0e+5aAjLlsAMmpAAAAAAAAAAAAAAAAAAAAAAAAAAAAAAAAAAAAAAAAAAAAAAAACTifyGX2ofmRWScT+Qy+1D8yArAAAAARX8Tx8e11WRyHKPfyY1kl96i0S15+S8miUnB0XZM6FDlalHlUtPe/wDwf3nXJY8PxY5byVSla99dvW30bS7k3594GrNvupyaI1WQk7JxiqXDq479aW9+C/8A7qbOIWyqxLOWmy3cZL1NdOnjto8fBWIr67oxtjZXGMIuN016q7k0np/1KMr5Jd9iX4AMX5JT9iP4G01YvySn7EfwNrelsAQ5N1+RBQ4fOt7k4zt2mq9d/TxZ4rtfFa7YdnZXjPpG3fLKfXrpeC9pZRRXj1RqpgoQitJIzt016d9s1VKvr0c2kpTaW5a8zYAa53kBkAAAAAAAAAAAAAAAAAAAAAAAAAAAAAAAAAAAAAAAAAAAAAAAAACThnyKP25/nZWScM+RR+3P87ArAAAAAAAAIKf39lfy1P5rC85lryMbitt8MO7IrsorgnXKC04ym3vmkv4kB0hpEPp+T9E5nv0/rHp+T9E5nv0/rAuBD6fk/ROZ79P6zxZxO6vk5+FZi55cq9arv98DomOVb3pb8yL0/J+icz36f1j0/J+icz36f1gXGSD0/J+icz36f1j0/J+icz36f1gXgg9PyfonM9+n9Zro4rbkQc6uF5koqcoP1ql1i3F/6/NMDpgg9PyfonM9+n9Y9PyfonM9+n9YF4IPT8n6JzPfp/WPT8n6JzPfp/WBeDm2cUurcFPheYnOXLH1qur9/wBh79PyfonM9+n9YF4IPT8n6JzPfp/WPT8n6JzPfp/WBeCD0/J+icz36f1j0/J+icz36f1gXg5lHFbciDnVwvMlFTlB+tUusW4v/X5pmz0/J+icz36f1gXgg9PyfonM9+n9Y9PyfonM9+n9YF4IPT8n6JzPfp/WeJ8TuhOuEuFZilY2ormq69N/x+wDpAg9PyfonM9+n9Y9PyfonM9+n9YF4IPT8n6JzPfp/WPT8n6JzPfp/WBeCD0/J+icz36f1munil2RTC6vheY4TipRfNUtp/8A3A6YIPT8n6JzPfp/WPT8n6JzPfp/WBeCD0/J+icz36f1j0/J+icz36f1gXg5j4rbHIhQ+F5naTjKaXNV3JpP/X/5I2en5P0Tme/T+sC8EHp+T9E5nv0/rHp+T9E5nv0/rAvBB6fk/ROZ79P6x6fk/ROZ79P6wLwcyjil2RRXdVwvMlXZFSi+apbT/wDubPT8n6JzPfp/WBm7984n+xb+NZcc2qeRkcUptnhXY9ddVkXKyUHttw18WT8mdIAAAAAA5uJjZtXbW2yonk2a/wAzcmtb6LXgltmPglR4nVl13WJRlOc4ye9uSS/4/sjpgDm51EFn4V+7Od3612kuX4kv9O9f2OkQ8Rjb/wDGsppnc6rueUIOKeuWS8Wl4+Zj0/J+icz36f1gXA5suKXRuhU+F5nPNNxXNV1S1v8A1+1Gz0/J+icz36f1gXAh9PyfonM9+n9Y9PyfonM9+n9YF4IPT8n6JzPfp/WPT8n6JzPfp/WBeDm/Cd3bdl8FZnPy82uaru989+n5P0Tme/T+sC8EHp+T9E5nv0/rHp+T9E5nv0/rAvBB6fk/ROZ79P6x6fk/ROZ79P6wLwcxcUuldOpcLzOeEVJrmq7nvX+v2M2en5P0Tme/T+sC8EHp+T9E5nv0/rHp+T9E5nv0/rAvBB6fk/ROZ79P6x6fk/ROZ79P6wLwcynitt8HKvheY0pSg/Wq702n/r80zZ6fk/ROZ79P6wLwQen5P0Tme/T+sen5P0Tme/T+sC8EHp+T9E5nv0/rHp+T9E5nv0/rAvBzauKXXVRsr4VmOEltPmq/We/T8n6JzPfp/WBeCD0/J+icz36f1j0/J+icz36f1gXgg9PyfonM9+n9ZiXEMiMXJ8KzNJbfrVfrA6AOdXxK+yuM4cKzHGSTT5qu73z16fk/ROZ79P6wLwQen5P0Tme/T+sen5P0Tme/T+sC8EHp+T9E5nv0/rNd/FLseiy63heYoVxcpPmqeku//WB0wQen5P0Tme/T+sen5P0Tme/T+sC8EHp+T9E5nv0/rHp+T9E5nv0/rAvBB6fk/ROZ79P6zXfxW3Hgp28LzFFzjBetU+smor/X5tAdMk4n8hl9qH5ka/T8n6JzPfp/WacnIysmnsVwzKg5Sj60p1aWpJ76TA6oAAAAAAABpyvkl32JfgbjVkRc8eyMVtyi0l/QDGL8kp+xH8Dac2jMyq6K4PhWXuMUnqdXl9s2en5P0Tme/T+sC7WgQ+n5P0Tme/T+s1vitsciFD4XmdpOMpxXNV1SaT/1/wDkgOmCD0/J+icz36f1j0/J+icz36f1gXgg9PyfonM9+n9Y9PyfonM9+n9YF4IPT8n6JzPfp/WPT8n6JzPfp/WBeDmWcUurlWp8LzE7JcsfWq6vTf8AH7GbPT8n6JzPfp/WBeCD0/J+icz36f1j0/J+icz36f1gXgg9PyfonM9+n9Y9PyfonM9+n9YF4IPT8n6JzPfp/Wa7uKXUQUrOF5iTlGK9arvk0l/r82gOmCD0/J+icz36f1j0/J+icz36f1gXgg9PyfonM9+n9Y9PyfonM9+n9YF4IPT8n6JzPfp/WPT8n6JzPfp/WBeDmZHFbcbHsvt4XmRrqi5yfNU9JLb/ANZs9PyfonM9+n9YF4IPT8n6JzPfp/WPT8n6JzPfp/WBeCD0/J+icz36f1j0/J+icz36f1gXgg9PyfonM9+n9Z5nxHIhCUpcKzFGK2/Wq/WB0Qc6HEcicIzjwrMaktr1qv1nr0/J+icz36f1gXgg9PyfonM9+n9Y9PyfonM9+n9YF4IPT8n6JzPfp/WPT8n6JzPfp/WBeCD0/J+icz36f1munil10OevheY47cfjVd6bT/1+aA6YIPT8n6JzPfp/WPT8n6JzPfp/WBeCD0/J+icz36f1j0/J+icz36f1gXknDPkUftz/ADs1+n5P0Tme/T+s2cOhZXhwVsHXNuUnFtNrcm/Dp4gVgAAAAAAAAAAAAPLlGPfJL62R35Mo8QxseVEZVW7cbefqpJN92v77KLcXHvkpXUV2NdE5xTNF2Bz5ONbXa6o4++WuMFrqtP8AsBr4pxSPDpVV8qnbbzOMZSaWo6220m/FeBdCSnXGSa01vo9okv4e75wseRZG2HOozUY9Iy7493sX3FVFUaKK6a9qFcVGO/JLQGww3pbfcZPM4RnBxnFSi+jTW0wNdtslVKVMY22JbUObW/6mrBujbw6rIhUq+0h2rhF7031fX62elhUVqTx6q6LGtc8K1tHnExJ4uLVQsico1LSbitta0k+n9QNPCeJT4hXN2VV0zjp9mpyclv8AiTjHX9zokmPh9jlWZNls7bpwjDbSSUU20tL2tlYA8ucYvTkk/az0aLcPGunz249U5ecoJsDR6U5cWjh2Y8eTsndXbz73ppPprp8bv2Y4lxKOCq0q3bOcopxT1yxclHmf9Wj08F/CNeXG6UVXW6lWorl5W03+CNeZwfGzaksldpauXd2kpNRltLp//dQOiDCWjIGG9Lb7jVdbKNUpUxjbYltQ59b/AKmycIzg4zipRa001tM0LCorUvR6q6JyWueEFtAY4fZG7ApvhUq+2h2nIn3OXV9frfeaeHcReZfkUzrhGdGuaVVvaR676b0uq11XtRsxMSeLi048cico1LlTcVtrWkn0/qMbC7HKsyZ2yttshGDbSSSTb7l9bAsAAHlzjF6ckn7WR+lOXF1iTx48qqdtdvNtvTSfTXT43mb7cTGunz249VkvOUE2aXgv4Rry43SioVutVqK5eVtN/wB0gMZ+bbh6sWOp0LXPPtNNbetJa6v+qLiC3Astvotnlzk6V0UoR05fxa13+BeAMNpLbel7TJ4srhbBwshGcX3xktpgaMzJnRiWXU1xulWubl5+Xp9eme6nrEhKmtL1E41p6Xd0RrswKXjW00Rhj9rHllKuCT0eqqLKq64ekSfJBx+Kuvdp/wBNf3Axw7KlmYqunUqpc84Sipc2nGTi+ul5FRJw/DeFTKt3StUpynuSS05Nt93tZWAPLnFPTlFP6z0TzwsWybnPGplN9XJwTbA04+Q7uJ5FNmPGEqIRcLObmcoyb9nT4hryOJunJlBY7nTVOELbebXLKWtaXj3rf1+JuhhShnXZSyJ/5sFBw5VpJb1r3ma7OFxttc5X2cs5QlZBa1OUNafd07lvXkB0AAB5bSW20vrJcvMlS6q8eqN91rajFz5VpLbben//ADKLaa7o8l1cbI9/LJbRNZw6l9nLHSxp1ybjKqCXetPa1/8A2gNT4jTVwenLoq/y5qEYV9IpOTUUm/BJvqb8DM9MqnJxjGdc3XZGMuZKS8n495ivBVOKsau2SqjXGEYyjGWtd76rrs94WJDDqdcG3zScpPSW2/YugFIAAAAAAAAAAGjJndXVvHqjbPetSnyL696f4G8mzsV5mM6VdOpSa5nDXVeX1MDXjZdORhRzpxVaipbbafKk9PT8V07/ABHDs559d0nTKns7XXqT6taTTfl39xs9EjOhU3NWVcrjKDglGXl09h4wOHUcPd/o8ddtZzteXRLX9gLAAAJs26+irnophbrblz2ciSXt0ykkz8N5tcIdtKuEZc0opJqfkn7ANVuclwyHEaceU5Tri4wltS1Jro9JvpvwTN+BkvLxYXNVpvaarm5JNPWttJ/2PUqrXHSyJJ8qW1Fd6fV93iecPFjiVzipSnKybsnKXe5MCkAACLiWZbhUO+OPG2quLlY3ZytJeS11fs6FpHm4Ty7KZ9vKCqfMoaTi34Nr2AeOI5tXD6VkOtSstlGuK7nJ9Wk+jfn4Mow7/SsWu71PXW/UlzL79L8DVkYbyNOd0lKE42VtJeo0teXXe33+Ztw8aOJjqmEnJJyk2+9tttv72wN4AAEWRmXUZdcJ467CyarVis9Ztr+HXd/X+haRSwpS4ist3yekoxg4pqK8dfX5ga+JZV3DcaVuNi021p7kna4Scm+5JRe22/Z3l8duK5lp66ryNFmL2ypVtkpdnZ2ncvW1vSf1bX3IpAAAAQyzba+IV49uOowuco1zVm5PS3tx10Xt2/AuIqsKVedZlPIlN2dOWUV6sfCKfgvECbO4rDh2VVixoi01HS51FvctahHXrNeK6HWObk8KjlOXaZFn+ZCMLPVj6yTb8unf4HSAAAAQVZlss94eRjxg5Vysg42c+4ppestLXf7fEvIcfAnRZkTWVOU7m25Sitry17F4IDTbxWGPmrGdUY0q2FHPz6anJJxSjru6pb3/AEOoQ38OryMmq66fN2UlJLkj1a7tvW+/rouAAADBz8PO9OuycS6mr/LSU+zs7SPXa5X0Wn06r2nQIq8CUMp5MsmyVrSi3yxScU961rx8wNeFxN5V0E8dwqujKVNnPvnUXp7Xh37Xf/Q6RBicMhi2wlG2yUKlKNUHrUFJ7fh17vEvAAADxNyUJOK5pJdE3rbIsDMjxKu1WVVPsppf5dnaQbWmtS0uqfs6MtmnKElGTi2tKS8PaTY+E6bp3dvOU7GnP1Uk0k0lrXt2BnByrMmNva0qqdVjg4qfN4J73peZWSYeJPGsunK+Vvay52nFLT0l4fUVgAAAAAAAAAAAAAHlzinpyin9Zza+IKzOr5sXVU5zoqv5k25LbkteCfI/HwLLMLFtm52Y1M5PvcoJtk9fDIQyIzV1jrhZK2FXTUZS3t92/GX3gesvMtxsipSx1Kiyca+dWetzSelqOuq8+pcQvAnLMqyZZM5SrioqMorXta8m/MuAAAAacm+GLi25Fm+SqDnLXkls3GrIphk49lFq3XbFwkvY1pgS42Y7+0WXjqm3HSs5VLn0mnpp6XXo0YwOIzyreztx3TKVaur9fm5oPz8n3dPb3nqnA7OU5TvsslYlGbkl60Umku72tjC4dHEsVjustlGpVQ59erFeHRf39gFwAAAADxbZGmqdk+kYRcn9SIcPMebY6cnF7KXJG6EXJSTi30fsaa7vq6l1kI21yrmtxmnFr2MixuGvHsjZ6VbOcYxr3JR+JHfTu8d9X39APeNl3WZU8fIx41TUOePLZz9N669Fp/eWkWFhPElZKV8rpWy5pSlFJt/WvuLQAAAAADmV8QWVkejXYyVF/aQrk5c3Py9JJrXTfXXf/Q2S4jH4UrwoV8ykpc1m+kZJJ8uvHozzHhahcrI5Fi5HN1LUfUcntvu6+XXzPT4TiLPqzIVKFtblL1V8Zy72wLwAAAAA5tXEu3yuy9H/APjysnTG1y+NOO9rl13dGt78DpHPXC4wulOu+yMe0nbCGk1Cck9yXT2t69oGt8WrjxRYFcIJQahKUp8um1tJLWn082vZs6hz7OFwsyHa7Z8srYXSr0tSnFLT3rfgvuOgAAAAAAc3I4nKnKnXHHc6apQjbbza5XLWtLx71vu7/E8cQ4pDhl1dMaYNTXNpzUHLcuqgtetLb3robr+GQuyJ2drZGFkoSsrWtTcX08NruX3HjJ4UspPtcixudXZWPUfWjtvy6Pq+4DpAwZAAAAAAAAAAAAAAAAAAAAAAAAAAAAAAAAAAAAAAAAAAADTkxslTLs7ZVSXXmST/ABOLh8Wy448p2wWRyYdeVOUpqGuZSfKko/8Aj4nfa2tPuZNXgYtcZRhTFRlVGlrv3CO9L+7+8CLM42sXInT2EpzU4Qjrb5nKMpdUotrSi+5MvwsiWViwulVOpy3uE001p68Un/Y0x4TgwhOCo6TcXJuTb2u573va8yqmqFFSrrTUY9222/vYGwAAAAAAAAAAAAAAAAAAAAAAAAAAAAAAAAAAAAAAAAAAAAAAAAAAAAAAAAAAAAAAAAw+7o9GQBw/S82jNdXaPJ3kKmMJcsF+z59tqJvt4zGmEZ206XaWwlyy3rs1Jtrp13y/3Lni0O3tXWufn7Tf/ly8u/u6Gr4Nw3k+kOhO3be23rbWn07uq7wNXDOIzznNTxp0qKUlJxmk9+HrRj1+rfedEmxcKjETVEHFPprmbSXktvovYikAAAAAAAAAAAAAAAAAAAAAAAAAAAAAAAAAAAAAAAAAAAAAAAAAAAAAAAAAAAAAAAAAcnid2Tj5EZV5MlW67JuCjH/Sk9JteJ1jTdj1X67WClqMo9fJ9GBBLitlULXdjRjKvG9I0rd7W307hDjDs4h6NDFslBWdm7FGXR67/i8uv/t/QqyeHYmWoq+lT5Y8q6tdPJ6710MrAxlk+kKvVje21JpN61trem/aBUAAAAAAAAAAAAAAAAAAAAAAAAAAAAAAAAAAAAAAAAAAAAAAAAAAAAAAAAAAAAAAAAAAAAAAAAAAAAAAAAAAAAAAAAAAAAAAAAAAAAAAAAAAAAAAAAAAAAAAAAAAAAAAAAAAAAAAAAAAAAAAAAAAAAAAAAAAAAAAAAAAAAAAAAAAAAAAAAAAAAAAAAAAAAAAAAAAAAAAAAAAAAAAAAAAAAAAAAAAAAAAAAAAAAAAAAAAAAAAAAAAP//Z"/>
          <p:cNvSpPr>
            <a:spLocks noChangeAspect="1" noChangeArrowheads="1"/>
          </p:cNvSpPr>
          <p:nvPr/>
        </p:nvSpPr>
        <p:spPr bwMode="auto">
          <a:xfrm>
            <a:off x="3143672" y="2708920"/>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1094103" y="764704"/>
            <a:ext cx="10003791" cy="553901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MLP Results - Training Loss over Epochs</a:t>
            </a:r>
            <a:endParaRPr lang="en-US" dirty="0"/>
          </a:p>
        </p:txBody>
      </p:sp>
      <p:graphicFrame>
        <p:nvGraphicFramePr>
          <p:cNvPr id="5" name="Table 4"/>
          <p:cNvGraphicFramePr>
            <a:graphicFrameLocks noGrp="1"/>
          </p:cNvGraphicFramePr>
          <p:nvPr/>
        </p:nvGraphicFramePr>
        <p:xfrm>
          <a:off x="1887983" y="4728913"/>
          <a:ext cx="8416032" cy="1297437"/>
        </p:xfrm>
        <a:graphic>
          <a:graphicData uri="http://schemas.openxmlformats.org/drawingml/2006/table">
            <a:tbl>
              <a:tblPr firstRow="1" bandRow="1">
                <a:tableStyleId>{5C22544A-7EE6-4342-B048-85BDC9FD1C3A}</a:tableStyleId>
              </a:tblPr>
              <a:tblGrid>
                <a:gridCol w="1510896"/>
                <a:gridCol w="1150856"/>
                <a:gridCol w="1150856"/>
                <a:gridCol w="1150856"/>
                <a:gridCol w="1150856"/>
                <a:gridCol w="1150856"/>
                <a:gridCol w="1150856"/>
              </a:tblGrid>
              <a:tr h="37791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1" i="0" u="none" strike="noStrike" kern="1200" dirty="0">
                          <a:solidFill>
                            <a:srgbClr val="FFFFFF"/>
                          </a:solidFill>
                          <a:effectLst/>
                          <a:latin typeface="Arial" panose="020B0604020202020204" pitchFamily="34" charset="0"/>
                          <a:ea typeface="+mn-ea"/>
                          <a:cs typeface="+mn-cs"/>
                        </a:rPr>
                        <a:t>Methods/ State Vectors</a:t>
                      </a:r>
                      <a:endParaRPr lang="en-US" sz="1400" b="1" i="0" u="none" strike="noStrike" kern="1200" dirty="0">
                        <a:solidFill>
                          <a:srgbClr val="FFFFFF"/>
                        </a:solidFill>
                        <a:effectLst/>
                        <a:latin typeface="Arial" panose="020B0604020202020204" pitchFamily="34" charset="0"/>
                        <a:ea typeface="+mn-ea"/>
                        <a:cs typeface="+mn-cs"/>
                      </a:endParaRPr>
                    </a:p>
                  </a:txBody>
                  <a:tcPr/>
                </a:tc>
                <a:tc>
                  <a:txBody>
                    <a:bodyPr/>
                    <a:lstStyle/>
                    <a:p>
                      <a:pPr algn="ctr"/>
                      <a:r>
                        <a:rPr lang="en-US" sz="1400" dirty="0"/>
                        <a:t>r_x   (km)</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r_y   (km)</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r_z   (km)</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v_x (km/s)</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v_y (km/s)</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v_z (km/s)</a:t>
                      </a:r>
                      <a:endParaRPr lang="en-US" sz="1400" dirty="0"/>
                    </a:p>
                  </a:txBody>
                  <a:tcPr/>
                </a:tc>
              </a:tr>
              <a:tr h="3600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MAE</a:t>
                      </a:r>
                      <a:endParaRPr lang="en-US" sz="1400" dirty="0"/>
                    </a:p>
                  </a:txBody>
                  <a:tcPr/>
                </a:tc>
                <a:tc>
                  <a:txBody>
                    <a:bodyPr/>
                    <a:lstStyle/>
                    <a:p>
                      <a:pPr algn="ctr" rtl="0" fontAlgn="ctr"/>
                      <a:r>
                        <a:rPr lang="en-US" sz="1400" b="0" i="0" u="none" strike="noStrike" kern="1200" dirty="0">
                          <a:solidFill>
                            <a:srgbClr val="000000"/>
                          </a:solidFill>
                          <a:effectLst/>
                          <a:latin typeface="+mn-lt"/>
                          <a:ea typeface="+mn-ea"/>
                          <a:cs typeface="+mn-cs"/>
                        </a:rPr>
                        <a:t>209.7</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235.27</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45.13 </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0.03</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0.03</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0.08</a:t>
                      </a:r>
                      <a:endParaRPr lang="en-US" sz="1400" b="0" i="0" u="none" strike="noStrike" kern="1200" dirty="0">
                        <a:solidFill>
                          <a:srgbClr val="000000"/>
                        </a:solidFill>
                        <a:effectLst/>
                        <a:latin typeface="+mn-lt"/>
                        <a:ea typeface="+mn-ea"/>
                        <a:cs typeface="+mn-cs"/>
                      </a:endParaRPr>
                    </a:p>
                  </a:txBody>
                  <a:tcPr marL="9525" marR="9525" marT="9525" marB="0" anchor="ctr"/>
                </a:tc>
              </a:tr>
              <a:tr h="41923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RMSE</a:t>
                      </a:r>
                      <a:endParaRPr lang="en-US" sz="1400" dirty="0"/>
                    </a:p>
                  </a:txBody>
                  <a:tcPr/>
                </a:tc>
                <a:tc>
                  <a:txBody>
                    <a:bodyPr/>
                    <a:lstStyle/>
                    <a:p>
                      <a:pPr algn="ctr" rtl="0" fontAlgn="ctr"/>
                      <a:r>
                        <a:rPr lang="en-US" sz="1400" b="0" i="0" u="none" strike="noStrike" dirty="0">
                          <a:solidFill>
                            <a:srgbClr val="000000"/>
                          </a:solidFill>
                          <a:effectLst/>
                          <a:latin typeface="+mn-lt"/>
                        </a:rPr>
                        <a:t>622.63</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398.88</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85.26</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0.06</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0.06</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0.18</a:t>
                      </a:r>
                      <a:endParaRPr lang="en-US" sz="1400" b="0" i="0" u="none" strike="noStrike" dirty="0">
                        <a:solidFill>
                          <a:srgbClr val="000000"/>
                        </a:solidFill>
                        <a:effectLst/>
                        <a:latin typeface="+mn-lt"/>
                      </a:endParaRPr>
                    </a:p>
                  </a:txBody>
                  <a:tcPr marL="9525" marR="9525" marT="9525" marB="0" anchor="ctr"/>
                </a:tc>
              </a:tr>
            </a:tbl>
          </a:graphicData>
        </a:graphic>
      </p:graphicFrame>
      <p:sp>
        <p:nvSpPr>
          <p:cNvPr id="3" name="TextBox 2"/>
          <p:cNvSpPr txBox="1"/>
          <p:nvPr/>
        </p:nvSpPr>
        <p:spPr>
          <a:xfrm>
            <a:off x="2282978" y="6026350"/>
            <a:ext cx="4381328" cy="338554"/>
          </a:xfrm>
          <a:prstGeom prst="rect">
            <a:avLst/>
          </a:prstGeom>
          <a:noFill/>
        </p:spPr>
        <p:txBody>
          <a:bodyPr wrap="none" rtlCol="0">
            <a:spAutoFit/>
          </a:bodyPr>
          <a:lstStyle/>
          <a:p>
            <a:r>
              <a:rPr lang="en-US" sz="1600" b="0" dirty="0">
                <a:latin typeface="+mn-lt"/>
              </a:rPr>
              <a:t>Epochs: One full pass through all training data</a:t>
            </a:r>
            <a:endParaRPr lang="en-US" sz="1600" b="0" dirty="0">
              <a:latin typeface="+mn-lt"/>
            </a:endParaRPr>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65628" y="755366"/>
            <a:ext cx="6660742" cy="39735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LSTM Results (True vs Predicted)</a:t>
            </a:r>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a:off x="983432" y="836459"/>
            <a:ext cx="10056440" cy="55619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LSTM Results – Training Loss over Epochs</a:t>
            </a:r>
            <a:endParaRPr lang="en-US" dirty="0"/>
          </a:p>
        </p:txBody>
      </p:sp>
      <p:graphicFrame>
        <p:nvGraphicFramePr>
          <p:cNvPr id="5" name="Table 4"/>
          <p:cNvGraphicFramePr>
            <a:graphicFrameLocks noGrp="1"/>
          </p:cNvGraphicFramePr>
          <p:nvPr/>
        </p:nvGraphicFramePr>
        <p:xfrm>
          <a:off x="1704019" y="5013176"/>
          <a:ext cx="8416032" cy="1297437"/>
        </p:xfrm>
        <a:graphic>
          <a:graphicData uri="http://schemas.openxmlformats.org/drawingml/2006/table">
            <a:tbl>
              <a:tblPr firstRow="1" bandRow="1">
                <a:tableStyleId>{5C22544A-7EE6-4342-B048-85BDC9FD1C3A}</a:tableStyleId>
              </a:tblPr>
              <a:tblGrid>
                <a:gridCol w="1510896"/>
                <a:gridCol w="1150856"/>
                <a:gridCol w="1150856"/>
                <a:gridCol w="1150856"/>
                <a:gridCol w="1150856"/>
                <a:gridCol w="1150856"/>
                <a:gridCol w="1150856"/>
              </a:tblGrid>
              <a:tr h="377913">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1" i="0" u="none" strike="noStrike" kern="1200" dirty="0">
                          <a:solidFill>
                            <a:srgbClr val="FFFFFF"/>
                          </a:solidFill>
                          <a:effectLst/>
                          <a:latin typeface="Arial" panose="020B0604020202020204" pitchFamily="34" charset="0"/>
                          <a:ea typeface="+mn-ea"/>
                          <a:cs typeface="+mn-cs"/>
                        </a:rPr>
                        <a:t>Methods/ State Vectors</a:t>
                      </a:r>
                      <a:endParaRPr lang="en-US" sz="1400" b="1" i="0" u="none" strike="noStrike" kern="1200" dirty="0">
                        <a:solidFill>
                          <a:srgbClr val="FFFFFF"/>
                        </a:solidFill>
                        <a:effectLst/>
                        <a:latin typeface="Arial" panose="020B0604020202020204" pitchFamily="34" charset="0"/>
                        <a:ea typeface="+mn-ea"/>
                        <a:cs typeface="+mn-cs"/>
                      </a:endParaRPr>
                    </a:p>
                  </a:txBody>
                  <a:tcPr/>
                </a:tc>
                <a:tc>
                  <a:txBody>
                    <a:bodyPr/>
                    <a:lstStyle/>
                    <a:p>
                      <a:pPr algn="ctr"/>
                      <a:r>
                        <a:rPr lang="en-US" sz="1400" dirty="0"/>
                        <a:t>r_x   (km)</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r_y   (km)</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r_z   (km)</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v_x (km/s)</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v_y (km/s)</a:t>
                      </a:r>
                      <a:endParaRPr lang="en-US" sz="1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v_z (km/s)</a:t>
                      </a:r>
                      <a:endParaRPr lang="en-US" sz="1400" dirty="0"/>
                    </a:p>
                  </a:txBody>
                  <a:tcPr/>
                </a:tc>
              </a:tr>
              <a:tr h="36004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MAE</a:t>
                      </a:r>
                      <a:endParaRPr lang="en-US" sz="1400" dirty="0"/>
                    </a:p>
                  </a:txBody>
                  <a:tcPr/>
                </a:tc>
                <a:tc>
                  <a:txBody>
                    <a:bodyPr/>
                    <a:lstStyle/>
                    <a:p>
                      <a:pPr algn="ctr" rtl="0" fontAlgn="ctr"/>
                      <a:r>
                        <a:rPr lang="en-US" sz="1400" b="0" i="0" u="none" strike="noStrike" kern="1200" dirty="0">
                          <a:solidFill>
                            <a:srgbClr val="000000"/>
                          </a:solidFill>
                          <a:effectLst/>
                          <a:latin typeface="+mn-lt"/>
                          <a:ea typeface="+mn-ea"/>
                          <a:cs typeface="+mn-cs"/>
                        </a:rPr>
                        <a:t>1665.62</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3047.47</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72.694</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0.311</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0.88</a:t>
                      </a:r>
                      <a:endParaRPr lang="en-US" sz="1400" b="0" i="0" u="none" strike="noStrike" kern="1200" dirty="0">
                        <a:solidFill>
                          <a:srgbClr val="000000"/>
                        </a:solidFill>
                        <a:effectLst/>
                        <a:latin typeface="+mn-lt"/>
                        <a:ea typeface="+mn-ea"/>
                        <a:cs typeface="+mn-cs"/>
                      </a:endParaRPr>
                    </a:p>
                  </a:txBody>
                  <a:tcPr marL="9525" marR="9525" marT="9525" marB="0" anchor="ctr"/>
                </a:tc>
                <a:tc>
                  <a:txBody>
                    <a:bodyPr/>
                    <a:lstStyle/>
                    <a:p>
                      <a:pPr algn="ctr" rtl="0" fontAlgn="ctr"/>
                      <a:r>
                        <a:rPr lang="en-US" sz="1400" b="0" i="0" u="none" strike="noStrike" kern="1200" dirty="0">
                          <a:solidFill>
                            <a:srgbClr val="000000"/>
                          </a:solidFill>
                          <a:effectLst/>
                          <a:latin typeface="+mn-lt"/>
                          <a:ea typeface="+mn-ea"/>
                          <a:cs typeface="+mn-cs"/>
                        </a:rPr>
                        <a:t>2.508</a:t>
                      </a:r>
                      <a:endParaRPr lang="en-US" sz="1400" b="0" i="0" u="none" strike="noStrike" kern="1200" dirty="0">
                        <a:solidFill>
                          <a:srgbClr val="000000"/>
                        </a:solidFill>
                        <a:effectLst/>
                        <a:latin typeface="+mn-lt"/>
                        <a:ea typeface="+mn-ea"/>
                        <a:cs typeface="+mn-cs"/>
                      </a:endParaRPr>
                    </a:p>
                  </a:txBody>
                  <a:tcPr marL="9525" marR="9525" marT="9525" marB="0" anchor="ctr"/>
                </a:tc>
              </a:tr>
              <a:tr h="41923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RMSE</a:t>
                      </a:r>
                      <a:endParaRPr lang="en-US" sz="1400" dirty="0"/>
                    </a:p>
                  </a:txBody>
                  <a:tcPr/>
                </a:tc>
                <a:tc>
                  <a:txBody>
                    <a:bodyPr/>
                    <a:lstStyle/>
                    <a:p>
                      <a:pPr algn="ctr" rtl="0" fontAlgn="ctr"/>
                      <a:r>
                        <a:rPr lang="en-US" sz="1400" b="0" i="0" u="none" strike="noStrike" dirty="0">
                          <a:solidFill>
                            <a:srgbClr val="000000"/>
                          </a:solidFill>
                          <a:effectLst/>
                          <a:latin typeface="+mn-lt"/>
                        </a:rPr>
                        <a:t>2869.66</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3373.77</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210.684</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0.378</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0.894</a:t>
                      </a:r>
                      <a:endParaRPr lang="en-US" sz="1400" b="0" i="0" u="none" strike="noStrike" dirty="0">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2.514</a:t>
                      </a:r>
                      <a:endParaRPr lang="en-US" sz="1400" b="0" i="0" u="none" strike="noStrike" dirty="0">
                        <a:solidFill>
                          <a:srgbClr val="000000"/>
                        </a:solidFill>
                        <a:effectLst/>
                        <a:latin typeface="+mn-lt"/>
                      </a:endParaRPr>
                    </a:p>
                  </a:txBody>
                  <a:tcPr marL="9525" marR="9525" marT="9525" marB="0" anchor="ctr"/>
                </a:tc>
              </a:tr>
            </a:tbl>
          </a:graphicData>
        </a:graphic>
      </p:graphicFrame>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51584" y="859096"/>
            <a:ext cx="6963364" cy="41540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Traditional Methods Results Evaluation</a:t>
            </a:r>
            <a:endParaRPr lang="en-US" sz="2800" dirty="0"/>
          </a:p>
        </p:txBody>
      </p:sp>
      <p:sp>
        <p:nvSpPr>
          <p:cNvPr id="13" name="TextBox 12"/>
          <p:cNvSpPr txBox="1"/>
          <p:nvPr/>
        </p:nvSpPr>
        <p:spPr>
          <a:xfrm>
            <a:off x="8543156" y="2535538"/>
            <a:ext cx="697627" cy="369332"/>
          </a:xfrm>
          <a:prstGeom prst="rect">
            <a:avLst/>
          </a:prstGeom>
          <a:noFill/>
        </p:spPr>
        <p:txBody>
          <a:bodyPr wrap="none" rtlCol="0">
            <a:spAutoFit/>
          </a:bodyPr>
          <a:lstStyle/>
          <a:p>
            <a:r>
              <a:rPr lang="en-US" sz="1800" dirty="0">
                <a:solidFill>
                  <a:srgbClr val="002060"/>
                </a:solidFill>
                <a:latin typeface="+mn-lt"/>
              </a:rPr>
              <a:t>MAE</a:t>
            </a:r>
            <a:endParaRPr lang="en-US" sz="1800" dirty="0">
              <a:solidFill>
                <a:srgbClr val="002060"/>
              </a:solidFill>
              <a:latin typeface="+mn-lt"/>
            </a:endParaRPr>
          </a:p>
        </p:txBody>
      </p:sp>
      <p:graphicFrame>
        <p:nvGraphicFramePr>
          <p:cNvPr id="15" name="Table 14"/>
          <p:cNvGraphicFramePr>
            <a:graphicFrameLocks noGrp="1"/>
          </p:cNvGraphicFramePr>
          <p:nvPr/>
        </p:nvGraphicFramePr>
        <p:xfrm>
          <a:off x="5735960" y="2906980"/>
          <a:ext cx="6312020" cy="1792536"/>
        </p:xfrm>
        <a:graphic>
          <a:graphicData uri="http://schemas.openxmlformats.org/drawingml/2006/table">
            <a:tbl>
              <a:tblPr firstRow="1" bandRow="1">
                <a:tableStyleId>{5C22544A-7EE6-4342-B048-85BDC9FD1C3A}</a:tableStyleId>
              </a:tblPr>
              <a:tblGrid>
                <a:gridCol w="919058"/>
                <a:gridCol w="919058"/>
                <a:gridCol w="919058"/>
                <a:gridCol w="919058"/>
                <a:gridCol w="919058"/>
                <a:gridCol w="919058"/>
                <a:gridCol w="797672"/>
              </a:tblGrid>
              <a:tr h="307136">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1" i="0" u="none" strike="noStrike" kern="1200" dirty="0">
                          <a:solidFill>
                            <a:srgbClr val="FFFFFF"/>
                          </a:solidFill>
                          <a:effectLst/>
                          <a:latin typeface="Arial" panose="020B0604020202020204" pitchFamily="34" charset="0"/>
                          <a:ea typeface="+mn-ea"/>
                          <a:cs typeface="+mn-cs"/>
                        </a:rPr>
                        <a:t>Methods/ State Vectors</a:t>
                      </a:r>
                      <a:endParaRPr lang="en-US" sz="1400" b="1" i="0" u="none" strike="noStrike" kern="1200" dirty="0">
                        <a:solidFill>
                          <a:srgbClr val="FFFFFF"/>
                        </a:solidFill>
                        <a:effectLst/>
                        <a:latin typeface="Arial" panose="020B0604020202020204" pitchFamily="34" charset="0"/>
                        <a:ea typeface="+mn-ea"/>
                        <a:cs typeface="+mn-cs"/>
                      </a:endParaRPr>
                    </a:p>
                  </a:txBody>
                  <a:tcPr anchor="ctr"/>
                </a:tc>
                <a:tc>
                  <a:txBody>
                    <a:bodyPr/>
                    <a:lstStyle/>
                    <a:p>
                      <a:pPr algn="ctr"/>
                      <a:r>
                        <a:rPr lang="en-US" sz="1400" dirty="0"/>
                        <a:t>r_x   (km)</a:t>
                      </a:r>
                      <a:endParaRPr lang="en-US"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r_y   (km)</a:t>
                      </a:r>
                      <a:endParaRPr lang="en-US"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r_z   (km)</a:t>
                      </a:r>
                      <a:endParaRPr lang="en-US"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v_x (km/s)</a:t>
                      </a:r>
                      <a:endParaRPr lang="en-US"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v_y (km/s)</a:t>
                      </a:r>
                      <a:endParaRPr lang="en-US" sz="1400"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400" dirty="0"/>
                        <a:t>v_z (km/s)</a:t>
                      </a:r>
                      <a:endParaRPr lang="en-US" sz="1400" dirty="0"/>
                    </a:p>
                  </a:txBody>
                  <a:tcPr anchor="ctr"/>
                </a:tc>
              </a:tr>
              <a:tr h="530508">
                <a:tc>
                  <a:txBody>
                    <a:bodyPr/>
                    <a:lstStyle/>
                    <a:p>
                      <a:pPr algn="ctr"/>
                      <a:r>
                        <a:rPr lang="en-US" sz="1600" dirty="0"/>
                        <a:t>Gauss </a:t>
                      </a:r>
                      <a:endParaRPr lang="en-US" sz="1600" dirty="0"/>
                    </a:p>
                  </a:txBody>
                  <a:tcPr anchor="ctr"/>
                </a:tc>
                <a:tc>
                  <a:txBody>
                    <a:bodyPr/>
                    <a:lstStyle/>
                    <a:p>
                      <a:pPr algn="ctr" rtl="0" fontAlgn="ctr"/>
                      <a:r>
                        <a:rPr lang="en-US" sz="1400" b="0" i="0" u="none" strike="noStrike">
                          <a:solidFill>
                            <a:srgbClr val="000000"/>
                          </a:solidFill>
                          <a:effectLst/>
                          <a:latin typeface="+mn-lt"/>
                        </a:rPr>
                        <a:t>123.91</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55.22</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10.8</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0.01</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0.03</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0.02</a:t>
                      </a:r>
                      <a:endParaRPr lang="en-US" sz="1400" b="0" i="0" u="none" strike="noStrike">
                        <a:solidFill>
                          <a:srgbClr val="000000"/>
                        </a:solidFill>
                        <a:effectLst/>
                        <a:latin typeface="+mn-lt"/>
                      </a:endParaRPr>
                    </a:p>
                  </a:txBody>
                  <a:tcPr marL="9525" marR="9525" marT="9525" marB="0" anchor="ctr"/>
                </a:tc>
              </a:tr>
              <a:tr h="530508">
                <a:tc>
                  <a:txBody>
                    <a:bodyPr/>
                    <a:lstStyle/>
                    <a:p>
                      <a:pPr algn="ctr"/>
                      <a:r>
                        <a:rPr lang="en-US" sz="1600" dirty="0"/>
                        <a:t>Laplace</a:t>
                      </a:r>
                      <a:endParaRPr lang="en-US" sz="1600" dirty="0"/>
                    </a:p>
                  </a:txBody>
                  <a:tcPr anchor="ctr"/>
                </a:tc>
                <a:tc>
                  <a:txBody>
                    <a:bodyPr/>
                    <a:lstStyle/>
                    <a:p>
                      <a:pPr algn="ctr" rtl="0" fontAlgn="ctr"/>
                      <a:r>
                        <a:rPr lang="en-US" sz="1400" b="0" i="0" u="none" strike="noStrike">
                          <a:solidFill>
                            <a:srgbClr val="000000"/>
                          </a:solidFill>
                          <a:effectLst/>
                          <a:latin typeface="+mn-lt"/>
                        </a:rPr>
                        <a:t>124</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55.26</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10.8</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0.01</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a:solidFill>
                            <a:srgbClr val="000000"/>
                          </a:solidFill>
                          <a:effectLst/>
                          <a:latin typeface="+mn-lt"/>
                        </a:rPr>
                        <a:t>0.03</a:t>
                      </a:r>
                      <a:endParaRPr lang="en-US" sz="1400" b="0" i="0" u="none" strike="noStrike">
                        <a:solidFill>
                          <a:srgbClr val="000000"/>
                        </a:solidFill>
                        <a:effectLst/>
                        <a:latin typeface="+mn-lt"/>
                      </a:endParaRPr>
                    </a:p>
                  </a:txBody>
                  <a:tcPr marL="9525" marR="9525" marT="9525" marB="0" anchor="ctr"/>
                </a:tc>
                <a:tc>
                  <a:txBody>
                    <a:bodyPr/>
                    <a:lstStyle/>
                    <a:p>
                      <a:pPr algn="ctr" rtl="0" fontAlgn="ctr"/>
                      <a:r>
                        <a:rPr lang="en-US" sz="1400" b="0" i="0" u="none" strike="noStrike" dirty="0">
                          <a:solidFill>
                            <a:srgbClr val="000000"/>
                          </a:solidFill>
                          <a:effectLst/>
                          <a:latin typeface="+mn-lt"/>
                        </a:rPr>
                        <a:t>0.02</a:t>
                      </a:r>
                      <a:endParaRPr lang="en-US" sz="1400" b="0" i="0" u="none" strike="noStrike" dirty="0">
                        <a:solidFill>
                          <a:srgbClr val="000000"/>
                        </a:solidFill>
                        <a:effectLst/>
                        <a:latin typeface="+mn-lt"/>
                      </a:endParaRPr>
                    </a:p>
                  </a:txBody>
                  <a:tcPr marL="9525" marR="9525" marT="9525" marB="0" anchor="ctr"/>
                </a:tc>
              </a:tr>
            </a:tbl>
          </a:graphicData>
        </a:graphic>
      </p:graphicFrame>
      <p:graphicFrame>
        <p:nvGraphicFramePr>
          <p:cNvPr id="17" name="Chart 16"/>
          <p:cNvGraphicFramePr/>
          <p:nvPr/>
        </p:nvGraphicFramePr>
        <p:xfrm>
          <a:off x="623392" y="646111"/>
          <a:ext cx="4752528" cy="2934607"/>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8" name="Chart 17"/>
          <p:cNvGraphicFramePr/>
          <p:nvPr/>
        </p:nvGraphicFramePr>
        <p:xfrm>
          <a:off x="715618" y="3580718"/>
          <a:ext cx="4804317" cy="2800609"/>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767408" y="0"/>
            <a:ext cx="10657300" cy="646112"/>
          </a:xfrm>
        </p:spPr>
        <p:txBody>
          <a:bodyPr/>
          <a:lstStyle/>
          <a:p>
            <a:r>
              <a:rPr lang="en-US" sz="2800" dirty="0"/>
              <a:t>Traditional Methods Results Evaluation</a:t>
            </a:r>
            <a:endParaRPr lang="en-US" sz="2800" dirty="0"/>
          </a:p>
        </p:txBody>
      </p:sp>
      <p:sp>
        <p:nvSpPr>
          <p:cNvPr id="6" name="TextBox 5"/>
          <p:cNvSpPr txBox="1"/>
          <p:nvPr/>
        </p:nvSpPr>
        <p:spPr>
          <a:xfrm>
            <a:off x="8341585" y="2564904"/>
            <a:ext cx="851515" cy="369332"/>
          </a:xfrm>
          <a:prstGeom prst="rect">
            <a:avLst/>
          </a:prstGeom>
          <a:noFill/>
        </p:spPr>
        <p:txBody>
          <a:bodyPr wrap="none" rtlCol="0">
            <a:spAutoFit/>
          </a:bodyPr>
          <a:lstStyle/>
          <a:p>
            <a:r>
              <a:rPr lang="en-US" sz="1800" dirty="0">
                <a:solidFill>
                  <a:srgbClr val="002060"/>
                </a:solidFill>
                <a:latin typeface="+mn-lt"/>
              </a:rPr>
              <a:t>RMSE</a:t>
            </a:r>
            <a:endParaRPr lang="en-US" sz="1800" dirty="0">
              <a:solidFill>
                <a:srgbClr val="002060"/>
              </a:solidFill>
              <a:latin typeface="+mn-lt"/>
            </a:endParaRPr>
          </a:p>
        </p:txBody>
      </p:sp>
      <p:graphicFrame>
        <p:nvGraphicFramePr>
          <p:cNvPr id="9" name="Table 8"/>
          <p:cNvGraphicFramePr>
            <a:graphicFrameLocks noGrp="1"/>
          </p:cNvGraphicFramePr>
          <p:nvPr/>
        </p:nvGraphicFramePr>
        <p:xfrm>
          <a:off x="5519936" y="2934236"/>
          <a:ext cx="6528044" cy="1792536"/>
        </p:xfrm>
        <a:graphic>
          <a:graphicData uri="http://schemas.openxmlformats.org/drawingml/2006/table">
            <a:tbl>
              <a:tblPr firstRow="1" bandRow="1">
                <a:tableStyleId>{5C22544A-7EE6-4342-B048-85BDC9FD1C3A}</a:tableStyleId>
              </a:tblPr>
              <a:tblGrid>
                <a:gridCol w="1135082"/>
                <a:gridCol w="919058"/>
                <a:gridCol w="919058"/>
                <a:gridCol w="919058"/>
                <a:gridCol w="919058"/>
                <a:gridCol w="919058"/>
                <a:gridCol w="797672"/>
              </a:tblGrid>
              <a:tr h="30713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b="1" i="0" u="none" strike="noStrike" kern="1200" dirty="0">
                          <a:solidFill>
                            <a:srgbClr val="FFFFFF"/>
                          </a:solidFill>
                          <a:effectLst/>
                          <a:latin typeface="Arial" panose="020B0604020202020204" pitchFamily="34" charset="0"/>
                          <a:ea typeface="+mn-ea"/>
                          <a:cs typeface="+mn-cs"/>
                        </a:rPr>
                        <a:t>Methods/ State Vectors</a:t>
                      </a:r>
                      <a:endParaRPr lang="en-US" sz="1400" b="1" i="0" u="none" strike="noStrike" kern="1200" dirty="0">
                        <a:solidFill>
                          <a:srgbClr val="FFFFFF"/>
                        </a:solidFill>
                        <a:effectLst/>
                        <a:latin typeface="Arial" panose="020B0604020202020204" pitchFamily="34" charset="0"/>
                        <a:ea typeface="+mn-ea"/>
                        <a:cs typeface="+mn-cs"/>
                      </a:endParaRPr>
                    </a:p>
                  </a:txBody>
                  <a:tcPr anchor="ctr"/>
                </a:tc>
                <a:tc>
                  <a:txBody>
                    <a:bodyPr/>
                    <a:lstStyle/>
                    <a:p>
                      <a:pPr lvl="0" algn="ctr"/>
                      <a:r>
                        <a:rPr lang="en-US" sz="1400" dirty="0"/>
                        <a:t>r_x   (km)</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dirty="0"/>
                        <a:t>r_y   (km)</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dirty="0"/>
                        <a:t>r_z   (km)</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dirty="0"/>
                        <a:t>v_x (km/s)</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dirty="0"/>
                        <a:t>v_y (km/s)</a:t>
                      </a:r>
                      <a:endParaRPr lang="en-US" sz="1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dirty="0"/>
                        <a:t>v_z (km/s)</a:t>
                      </a:r>
                      <a:endParaRPr lang="en-US" sz="1400" dirty="0"/>
                    </a:p>
                  </a:txBody>
                  <a:tcPr anchor="ctr"/>
                </a:tc>
              </a:tr>
              <a:tr h="530508">
                <a:tc>
                  <a:txBody>
                    <a:bodyPr/>
                    <a:lstStyle/>
                    <a:p>
                      <a:pPr lvl="0" algn="ctr"/>
                      <a:r>
                        <a:rPr lang="en-US" sz="1600" dirty="0"/>
                        <a:t>Gauss </a:t>
                      </a:r>
                      <a:endParaRPr lang="en-US" sz="1600" dirty="0"/>
                    </a:p>
                  </a:txBody>
                  <a:tcPr anchor="ctr"/>
                </a:tc>
                <a:tc>
                  <a:txBody>
                    <a:bodyPr/>
                    <a:lstStyle/>
                    <a:p>
                      <a:pPr lvl="0" algn="ctr" rtl="0" fontAlgn="ctr"/>
                      <a:r>
                        <a:rPr lang="en-US" sz="1400" b="0" i="0" u="none" strike="noStrike" dirty="0">
                          <a:solidFill>
                            <a:srgbClr val="000000"/>
                          </a:solidFill>
                          <a:effectLst/>
                          <a:latin typeface="+mn-lt"/>
                        </a:rPr>
                        <a:t>673.66</a:t>
                      </a:r>
                      <a:endParaRPr lang="en-US" sz="1400" b="0" i="0" u="none" strike="noStrike" dirty="0">
                        <a:solidFill>
                          <a:srgbClr val="000000"/>
                        </a:solidFill>
                        <a:effectLst/>
                        <a:latin typeface="+mn-lt"/>
                      </a:endParaRPr>
                    </a:p>
                  </a:txBody>
                  <a:tcPr marL="9525" marR="9525" marT="9525" marB="0" anchor="ctr"/>
                </a:tc>
                <a:tc>
                  <a:txBody>
                    <a:bodyPr/>
                    <a:lstStyle/>
                    <a:p>
                      <a:pPr lvl="0" algn="ctr" rtl="0" fontAlgn="ctr"/>
                      <a:r>
                        <a:rPr lang="en-US" sz="1400" b="0" i="0" u="none" strike="noStrike" dirty="0">
                          <a:solidFill>
                            <a:srgbClr val="000000"/>
                          </a:solidFill>
                          <a:effectLst/>
                          <a:latin typeface="+mn-lt"/>
                        </a:rPr>
                        <a:t>300.12</a:t>
                      </a:r>
                      <a:endParaRPr lang="en-US" sz="1400" b="0" i="0" u="none" strike="noStrike" dirty="0">
                        <a:solidFill>
                          <a:srgbClr val="000000"/>
                        </a:solidFill>
                        <a:effectLst/>
                        <a:latin typeface="+mn-lt"/>
                      </a:endParaRPr>
                    </a:p>
                  </a:txBody>
                  <a:tcPr marL="9525" marR="9525" marT="9525" marB="0" anchor="ctr"/>
                </a:tc>
                <a:tc>
                  <a:txBody>
                    <a:bodyPr/>
                    <a:lstStyle/>
                    <a:p>
                      <a:pPr lvl="0" algn="ctr" rtl="0" fontAlgn="ctr"/>
                      <a:r>
                        <a:rPr lang="en-US" sz="1400" b="0" i="0" u="none" strike="noStrike">
                          <a:solidFill>
                            <a:srgbClr val="000000"/>
                          </a:solidFill>
                          <a:effectLst/>
                          <a:latin typeface="+mn-lt"/>
                        </a:rPr>
                        <a:t>57.54</a:t>
                      </a:r>
                      <a:endParaRPr lang="en-US" sz="1400" b="0" i="0" u="none" strike="noStrike">
                        <a:solidFill>
                          <a:srgbClr val="000000"/>
                        </a:solidFill>
                        <a:effectLst/>
                        <a:latin typeface="+mn-lt"/>
                      </a:endParaRPr>
                    </a:p>
                  </a:txBody>
                  <a:tcPr marL="9525" marR="9525" marT="9525" marB="0" anchor="ctr"/>
                </a:tc>
                <a:tc>
                  <a:txBody>
                    <a:bodyPr/>
                    <a:lstStyle/>
                    <a:p>
                      <a:pPr lvl="0" algn="ctr" rtl="0" fontAlgn="ctr"/>
                      <a:r>
                        <a:rPr lang="en-US" sz="1400" b="0" i="0" u="none" strike="noStrike">
                          <a:solidFill>
                            <a:srgbClr val="000000"/>
                          </a:solidFill>
                          <a:effectLst/>
                          <a:latin typeface="+mn-lt"/>
                        </a:rPr>
                        <a:t>0.06</a:t>
                      </a:r>
                      <a:endParaRPr lang="en-US" sz="1400" b="0" i="0" u="none" strike="noStrike">
                        <a:solidFill>
                          <a:srgbClr val="000000"/>
                        </a:solidFill>
                        <a:effectLst/>
                        <a:latin typeface="+mn-lt"/>
                      </a:endParaRPr>
                    </a:p>
                  </a:txBody>
                  <a:tcPr marL="9525" marR="9525" marT="9525" marB="0" anchor="ctr"/>
                </a:tc>
                <a:tc>
                  <a:txBody>
                    <a:bodyPr/>
                    <a:lstStyle/>
                    <a:p>
                      <a:pPr lvl="0" algn="ctr" rtl="0" fontAlgn="ctr"/>
                      <a:r>
                        <a:rPr lang="en-US" sz="1400" b="0" i="0" u="none" strike="noStrike">
                          <a:solidFill>
                            <a:srgbClr val="000000"/>
                          </a:solidFill>
                          <a:effectLst/>
                          <a:latin typeface="+mn-lt"/>
                        </a:rPr>
                        <a:t>0.12</a:t>
                      </a:r>
                      <a:endParaRPr lang="en-US" sz="1400" b="0" i="0" u="none" strike="noStrike">
                        <a:solidFill>
                          <a:srgbClr val="000000"/>
                        </a:solidFill>
                        <a:effectLst/>
                        <a:latin typeface="+mn-lt"/>
                      </a:endParaRPr>
                    </a:p>
                  </a:txBody>
                  <a:tcPr marL="9525" marR="9525" marT="9525" marB="0" anchor="ctr"/>
                </a:tc>
                <a:tc>
                  <a:txBody>
                    <a:bodyPr/>
                    <a:lstStyle/>
                    <a:p>
                      <a:pPr lvl="0" algn="ctr" rtl="0" fontAlgn="ctr"/>
                      <a:r>
                        <a:rPr lang="en-US" sz="1400" b="0" i="0" u="none" strike="noStrike">
                          <a:solidFill>
                            <a:srgbClr val="000000"/>
                          </a:solidFill>
                          <a:effectLst/>
                          <a:latin typeface="+mn-lt"/>
                        </a:rPr>
                        <a:t>0.08</a:t>
                      </a:r>
                      <a:endParaRPr lang="en-US" sz="1400" b="0" i="0" u="none" strike="noStrike">
                        <a:solidFill>
                          <a:srgbClr val="000000"/>
                        </a:solidFill>
                        <a:effectLst/>
                        <a:latin typeface="+mn-lt"/>
                      </a:endParaRPr>
                    </a:p>
                  </a:txBody>
                  <a:tcPr marL="9525" marR="9525" marT="9525" marB="0" anchor="ctr"/>
                </a:tc>
              </a:tr>
              <a:tr h="530508">
                <a:tc>
                  <a:txBody>
                    <a:bodyPr/>
                    <a:lstStyle/>
                    <a:p>
                      <a:pPr lvl="0" algn="ctr"/>
                      <a:r>
                        <a:rPr lang="en-US" sz="1600" dirty="0"/>
                        <a:t>Laplace</a:t>
                      </a:r>
                      <a:endParaRPr lang="en-US" sz="1600" dirty="0"/>
                    </a:p>
                  </a:txBody>
                  <a:tcPr anchor="ctr"/>
                </a:tc>
                <a:tc>
                  <a:txBody>
                    <a:bodyPr/>
                    <a:lstStyle/>
                    <a:p>
                      <a:pPr lvl="0" algn="ctr" rtl="0" fontAlgn="ctr"/>
                      <a:r>
                        <a:rPr lang="en-US" sz="1400" b="0" i="0" u="none" strike="noStrike">
                          <a:solidFill>
                            <a:srgbClr val="000000"/>
                          </a:solidFill>
                          <a:effectLst/>
                          <a:latin typeface="+mn-lt"/>
                        </a:rPr>
                        <a:t>673.68</a:t>
                      </a:r>
                      <a:endParaRPr lang="en-US" sz="1400" b="0" i="0" u="none" strike="noStrike">
                        <a:solidFill>
                          <a:srgbClr val="000000"/>
                        </a:solidFill>
                        <a:effectLst/>
                        <a:latin typeface="+mn-lt"/>
                      </a:endParaRPr>
                    </a:p>
                  </a:txBody>
                  <a:tcPr marL="9525" marR="9525" marT="9525" marB="0" anchor="ctr"/>
                </a:tc>
                <a:tc>
                  <a:txBody>
                    <a:bodyPr/>
                    <a:lstStyle/>
                    <a:p>
                      <a:pPr lvl="0" algn="ctr" rtl="0" fontAlgn="ctr"/>
                      <a:r>
                        <a:rPr lang="en-US" sz="1400" b="0" i="0" u="none" strike="noStrike" dirty="0">
                          <a:solidFill>
                            <a:srgbClr val="000000"/>
                          </a:solidFill>
                          <a:effectLst/>
                          <a:latin typeface="+mn-lt"/>
                        </a:rPr>
                        <a:t>300.12</a:t>
                      </a:r>
                      <a:endParaRPr lang="en-US" sz="1400" b="0" i="0" u="none" strike="noStrike" dirty="0">
                        <a:solidFill>
                          <a:srgbClr val="000000"/>
                        </a:solidFill>
                        <a:effectLst/>
                        <a:latin typeface="+mn-lt"/>
                      </a:endParaRPr>
                    </a:p>
                  </a:txBody>
                  <a:tcPr marL="9525" marR="9525" marT="9525" marB="0" anchor="ctr"/>
                </a:tc>
                <a:tc>
                  <a:txBody>
                    <a:bodyPr/>
                    <a:lstStyle/>
                    <a:p>
                      <a:pPr lvl="0" algn="ctr" rtl="0" fontAlgn="ctr"/>
                      <a:r>
                        <a:rPr lang="en-US" sz="1400" b="0" i="0" u="none" strike="noStrike" dirty="0">
                          <a:solidFill>
                            <a:srgbClr val="000000"/>
                          </a:solidFill>
                          <a:effectLst/>
                          <a:latin typeface="+mn-lt"/>
                        </a:rPr>
                        <a:t>57.54</a:t>
                      </a:r>
                      <a:endParaRPr lang="en-US" sz="1400" b="0" i="0" u="none" strike="noStrike" dirty="0">
                        <a:solidFill>
                          <a:srgbClr val="000000"/>
                        </a:solidFill>
                        <a:effectLst/>
                        <a:latin typeface="+mn-lt"/>
                      </a:endParaRPr>
                    </a:p>
                  </a:txBody>
                  <a:tcPr marL="9525" marR="9525" marT="9525" marB="0" anchor="ctr"/>
                </a:tc>
                <a:tc>
                  <a:txBody>
                    <a:bodyPr/>
                    <a:lstStyle/>
                    <a:p>
                      <a:pPr lvl="0" algn="ctr" rtl="0" fontAlgn="ctr"/>
                      <a:r>
                        <a:rPr lang="en-US" sz="1400" b="0" i="0" u="none" strike="noStrike" dirty="0">
                          <a:solidFill>
                            <a:srgbClr val="000000"/>
                          </a:solidFill>
                          <a:effectLst/>
                          <a:latin typeface="+mn-lt"/>
                        </a:rPr>
                        <a:t>0.06</a:t>
                      </a:r>
                      <a:endParaRPr lang="en-US" sz="1400" b="0" i="0" u="none" strike="noStrike" dirty="0">
                        <a:solidFill>
                          <a:srgbClr val="000000"/>
                        </a:solidFill>
                        <a:effectLst/>
                        <a:latin typeface="+mn-lt"/>
                      </a:endParaRPr>
                    </a:p>
                  </a:txBody>
                  <a:tcPr marL="9525" marR="9525" marT="9525" marB="0" anchor="ctr"/>
                </a:tc>
                <a:tc>
                  <a:txBody>
                    <a:bodyPr/>
                    <a:lstStyle/>
                    <a:p>
                      <a:pPr lvl="0" algn="ctr" rtl="0" fontAlgn="ctr"/>
                      <a:r>
                        <a:rPr lang="en-US" sz="1400" b="0" i="0" u="none" strike="noStrike" dirty="0">
                          <a:solidFill>
                            <a:srgbClr val="000000"/>
                          </a:solidFill>
                          <a:effectLst/>
                          <a:latin typeface="+mn-lt"/>
                        </a:rPr>
                        <a:t>0.12</a:t>
                      </a:r>
                      <a:endParaRPr lang="en-US" sz="1400" b="0" i="0" u="none" strike="noStrike" dirty="0">
                        <a:solidFill>
                          <a:srgbClr val="000000"/>
                        </a:solidFill>
                        <a:effectLst/>
                        <a:latin typeface="+mn-lt"/>
                      </a:endParaRPr>
                    </a:p>
                  </a:txBody>
                  <a:tcPr marL="9525" marR="9525" marT="9525" marB="0" anchor="ctr"/>
                </a:tc>
                <a:tc>
                  <a:txBody>
                    <a:bodyPr/>
                    <a:lstStyle/>
                    <a:p>
                      <a:pPr lvl="0" algn="ctr" rtl="0" fontAlgn="ctr"/>
                      <a:r>
                        <a:rPr lang="en-US" sz="1400" b="0" i="0" u="none" strike="noStrike" dirty="0">
                          <a:solidFill>
                            <a:srgbClr val="000000"/>
                          </a:solidFill>
                          <a:effectLst/>
                          <a:latin typeface="+mn-lt"/>
                        </a:rPr>
                        <a:t>0.08</a:t>
                      </a:r>
                      <a:endParaRPr lang="en-US" sz="1400" b="0" i="0" u="none" strike="noStrike" dirty="0">
                        <a:solidFill>
                          <a:srgbClr val="000000"/>
                        </a:solidFill>
                        <a:effectLst/>
                        <a:latin typeface="+mn-lt"/>
                      </a:endParaRPr>
                    </a:p>
                  </a:txBody>
                  <a:tcPr marL="9525" marR="9525" marT="9525" marB="0" anchor="ctr"/>
                </a:tc>
              </a:tr>
            </a:tbl>
          </a:graphicData>
        </a:graphic>
      </p:graphicFrame>
      <p:graphicFrame>
        <p:nvGraphicFramePr>
          <p:cNvPr id="10" name="Chart 9"/>
          <p:cNvGraphicFramePr/>
          <p:nvPr/>
        </p:nvGraphicFramePr>
        <p:xfrm>
          <a:off x="595080" y="764704"/>
          <a:ext cx="4572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Chart 10"/>
          <p:cNvGraphicFramePr/>
          <p:nvPr/>
        </p:nvGraphicFramePr>
        <p:xfrm>
          <a:off x="608687" y="3731061"/>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Neural Network (MLP, LSTM) Methods Evaluation   </a:t>
            </a:r>
            <a:endParaRPr lang="en-US" dirty="0"/>
          </a:p>
        </p:txBody>
      </p:sp>
      <p:graphicFrame>
        <p:nvGraphicFramePr>
          <p:cNvPr id="4" name="Table 3"/>
          <p:cNvGraphicFramePr>
            <a:graphicFrameLocks noGrp="1"/>
          </p:cNvGraphicFramePr>
          <p:nvPr/>
        </p:nvGraphicFramePr>
        <p:xfrm>
          <a:off x="6023993" y="1910039"/>
          <a:ext cx="5832649" cy="2913891"/>
        </p:xfrm>
        <a:graphic>
          <a:graphicData uri="http://schemas.openxmlformats.org/drawingml/2006/table">
            <a:tbl>
              <a:tblPr/>
              <a:tblGrid>
                <a:gridCol w="1224135"/>
                <a:gridCol w="864096"/>
                <a:gridCol w="720080"/>
                <a:gridCol w="720080"/>
                <a:gridCol w="720080"/>
                <a:gridCol w="720080"/>
                <a:gridCol w="864098"/>
              </a:tblGrid>
              <a:tr h="730106">
                <a:tc>
                  <a:txBody>
                    <a:bodyPr/>
                    <a:lstStyle/>
                    <a:p>
                      <a:pPr algn="ctr" fontAlgn="t"/>
                      <a:r>
                        <a:rPr lang="en-US" sz="1400" b="1" i="0" u="none" strike="noStrike" kern="1200" dirty="0">
                          <a:solidFill>
                            <a:srgbClr val="FFFFFF"/>
                          </a:solidFill>
                          <a:effectLst/>
                          <a:latin typeface="Arial" panose="020B0604020202020204" pitchFamily="34" charset="0"/>
                          <a:ea typeface="+mn-ea"/>
                          <a:cs typeface="+mn-cs"/>
                        </a:rPr>
                        <a:t>Methods/ State Vectors</a:t>
                      </a:r>
                      <a:endParaRPr lang="en-US" sz="1400" b="1" i="0" u="none" strike="noStrike" kern="1200" dirty="0">
                        <a:solidFill>
                          <a:srgbClr val="FFFFFF"/>
                        </a:solidFill>
                        <a:effectLst/>
                        <a:latin typeface="Arial" panose="020B0604020202020204" pitchFamily="34" charset="0"/>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dirty="0">
                          <a:solidFill>
                            <a:srgbClr val="FFFFFF"/>
                          </a:solidFill>
                          <a:effectLst/>
                          <a:latin typeface="Arial" panose="020B0604020202020204" pitchFamily="34" charset="0"/>
                        </a:rPr>
                        <a:t>r_x   </a:t>
                      </a:r>
                      <a:endParaRPr lang="en-US" sz="1400" b="1" i="0" u="none" strike="noStrike" dirty="0">
                        <a:solidFill>
                          <a:srgbClr val="FFFFFF"/>
                        </a:solidFill>
                        <a:effectLst/>
                        <a:latin typeface="Arial" panose="020B0604020202020204" pitchFamily="34" charset="0"/>
                      </a:endParaRPr>
                    </a:p>
                    <a:p>
                      <a:pPr algn="ctr" rtl="0" fontAlgn="ctr"/>
                      <a:r>
                        <a:rPr lang="en-US" sz="1400" b="1" i="0" u="none" strike="noStrike" dirty="0">
                          <a:solidFill>
                            <a:srgbClr val="FFFFFF"/>
                          </a:solidFill>
                          <a:effectLst/>
                          <a:latin typeface="Arial" panose="020B0604020202020204" pitchFamily="34" charset="0"/>
                        </a:rPr>
                        <a:t>(km)</a:t>
                      </a:r>
                      <a:endParaRPr lang="en-US" sz="1400" b="1" i="0" u="none" strike="noStrike" dirty="0">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a:solidFill>
                            <a:srgbClr val="FFFFFF"/>
                          </a:solidFill>
                          <a:effectLst/>
                          <a:latin typeface="Arial" panose="020B0604020202020204" pitchFamily="34" charset="0"/>
                        </a:rPr>
                        <a:t>r_y   (km)</a:t>
                      </a:r>
                      <a:endParaRPr lang="en-US" sz="1400" b="1" i="0" u="none" strike="noStrike">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dirty="0">
                          <a:solidFill>
                            <a:srgbClr val="FFFFFF"/>
                          </a:solidFill>
                          <a:effectLst/>
                          <a:latin typeface="Arial" panose="020B0604020202020204" pitchFamily="34" charset="0"/>
                        </a:rPr>
                        <a:t>r_z   (km)</a:t>
                      </a:r>
                      <a:endParaRPr lang="en-US" sz="1400" b="1" i="0" u="none" strike="noStrike" dirty="0">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a:solidFill>
                            <a:srgbClr val="FFFFFF"/>
                          </a:solidFill>
                          <a:effectLst/>
                          <a:latin typeface="Arial" panose="020B0604020202020204" pitchFamily="34" charset="0"/>
                        </a:rPr>
                        <a:t>v_x (km/s)</a:t>
                      </a:r>
                      <a:endParaRPr lang="en-US" sz="1400" b="1" i="0" u="none" strike="noStrike">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dirty="0">
                          <a:solidFill>
                            <a:srgbClr val="FFFFFF"/>
                          </a:solidFill>
                          <a:effectLst/>
                          <a:latin typeface="Arial" panose="020B0604020202020204" pitchFamily="34" charset="0"/>
                        </a:rPr>
                        <a:t>v_y (km/s)</a:t>
                      </a:r>
                      <a:endParaRPr lang="en-US" sz="1400" b="1" i="0" u="none" strike="noStrike" dirty="0">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dirty="0" err="1">
                          <a:solidFill>
                            <a:srgbClr val="FFFFFF"/>
                          </a:solidFill>
                          <a:effectLst/>
                          <a:latin typeface="Arial" panose="020B0604020202020204" pitchFamily="34" charset="0"/>
                        </a:rPr>
                        <a:t>v_z</a:t>
                      </a:r>
                      <a:endParaRPr lang="en-US" sz="1400" b="1" i="0" u="none" strike="noStrike" dirty="0">
                        <a:solidFill>
                          <a:srgbClr val="FFFFFF"/>
                        </a:solidFill>
                        <a:effectLst/>
                        <a:latin typeface="Arial" panose="020B0604020202020204" pitchFamily="34" charset="0"/>
                      </a:endParaRPr>
                    </a:p>
                    <a:p>
                      <a:pPr algn="ctr" rtl="0" fontAlgn="ctr"/>
                      <a:r>
                        <a:rPr lang="en-US" sz="1400" b="1" i="0" u="none" strike="noStrike" dirty="0">
                          <a:solidFill>
                            <a:srgbClr val="FFFFFF"/>
                          </a:solidFill>
                          <a:effectLst/>
                          <a:latin typeface="Arial" panose="020B0604020202020204" pitchFamily="34" charset="0"/>
                        </a:rPr>
                        <a:t> (km/s)</a:t>
                      </a:r>
                      <a:endParaRPr lang="en-US" sz="1400" b="1" i="0" u="none" strike="noStrike" dirty="0">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r>
              <a:tr h="500823">
                <a:tc>
                  <a:txBody>
                    <a:bodyPr/>
                    <a:lstStyle/>
                    <a:p>
                      <a:pPr algn="ctr" rtl="0" fontAlgn="ctr"/>
                      <a:r>
                        <a:rPr lang="en-US" sz="1400" b="0" i="0" u="none" strike="noStrike" dirty="0">
                          <a:solidFill>
                            <a:srgbClr val="000000"/>
                          </a:solidFill>
                          <a:effectLst/>
                          <a:latin typeface="Arial" panose="020B0604020202020204" pitchFamily="34" charset="0"/>
                        </a:rPr>
                        <a:t>MLP</a:t>
                      </a:r>
                      <a:endParaRPr lang="en-US" sz="14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209.7</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235.27</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45.13 </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0.03</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0.03</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0.08</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r>
              <a:tr h="576064">
                <a:tc>
                  <a:txBody>
                    <a:bodyPr/>
                    <a:lstStyle/>
                    <a:p>
                      <a:pPr algn="ctr" rtl="0" fontAlgn="ctr"/>
                      <a:r>
                        <a:rPr lang="en-US" sz="1400" b="0" i="0" u="none" strike="noStrike" dirty="0">
                          <a:solidFill>
                            <a:srgbClr val="000000"/>
                          </a:solidFill>
                          <a:effectLst/>
                          <a:latin typeface="Arial" panose="020B0604020202020204" pitchFamily="34" charset="0"/>
                        </a:rPr>
                        <a:t>LSTM</a:t>
                      </a:r>
                      <a:endParaRPr lang="en-US" sz="14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1665.62</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3047.47</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72.694</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0.311</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0.88</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kern="1200" dirty="0">
                          <a:solidFill>
                            <a:srgbClr val="000000"/>
                          </a:solidFill>
                          <a:effectLst/>
                          <a:latin typeface="+mn-lt"/>
                          <a:ea typeface="+mn-ea"/>
                          <a:cs typeface="+mn-cs"/>
                        </a:rPr>
                        <a:t>2.508</a:t>
                      </a:r>
                      <a:endParaRPr lang="en-US" sz="1400" b="0" i="0" u="none" strike="noStrike" kern="1200" dirty="0">
                        <a:solidFill>
                          <a:srgbClr val="000000"/>
                        </a:solidFill>
                        <a:effectLst/>
                        <a:latin typeface="+mn-lt"/>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r>
              <a:tr h="576064">
                <a:tc>
                  <a:txBody>
                    <a:bodyPr/>
                    <a:lstStyle/>
                    <a:p>
                      <a:pPr algn="ctr" rtl="0" fontAlgn="ctr"/>
                      <a:r>
                        <a:rPr lang="en-US" sz="1400" b="0" i="0" u="none" strike="noStrike" dirty="0">
                          <a:solidFill>
                            <a:srgbClr val="000000"/>
                          </a:solidFill>
                          <a:effectLst/>
                          <a:latin typeface="Arial" panose="020B0604020202020204" pitchFamily="34" charset="0"/>
                        </a:rPr>
                        <a:t>Gauss </a:t>
                      </a:r>
                      <a:endParaRPr lang="en-US" sz="14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dirty="0">
                          <a:solidFill>
                            <a:srgbClr val="000000"/>
                          </a:solidFill>
                          <a:effectLst/>
                          <a:latin typeface="+mn-lt"/>
                        </a:rPr>
                        <a:t>123.91</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55.22</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10.8</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dirty="0">
                          <a:solidFill>
                            <a:srgbClr val="000000"/>
                          </a:solidFill>
                          <a:effectLst/>
                          <a:latin typeface="+mn-lt"/>
                        </a:rPr>
                        <a:t>0.01</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dirty="0">
                          <a:solidFill>
                            <a:srgbClr val="000000"/>
                          </a:solidFill>
                          <a:effectLst/>
                          <a:latin typeface="+mn-lt"/>
                        </a:rPr>
                        <a:t>0.03</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dirty="0">
                          <a:solidFill>
                            <a:srgbClr val="000000"/>
                          </a:solidFill>
                          <a:effectLst/>
                          <a:latin typeface="+mn-lt"/>
                        </a:rPr>
                        <a:t>0.02</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r>
              <a:tr h="530834">
                <a:tc>
                  <a:txBody>
                    <a:bodyPr/>
                    <a:lstStyle/>
                    <a:p>
                      <a:pPr algn="ctr" rtl="0" fontAlgn="ctr"/>
                      <a:r>
                        <a:rPr lang="en-US" sz="1400" b="0" i="0" u="none" strike="noStrike" dirty="0">
                          <a:solidFill>
                            <a:srgbClr val="000000"/>
                          </a:solidFill>
                          <a:effectLst/>
                          <a:latin typeface="Arial" panose="020B0604020202020204" pitchFamily="34" charset="0"/>
                        </a:rPr>
                        <a:t>Laplace</a:t>
                      </a:r>
                      <a:endParaRPr lang="en-US" sz="14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124</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55.26</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10.8</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0.01</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0.03</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dirty="0">
                          <a:solidFill>
                            <a:srgbClr val="000000"/>
                          </a:solidFill>
                          <a:effectLst/>
                          <a:latin typeface="+mn-lt"/>
                        </a:rPr>
                        <a:t>0.02</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7"/>
                    </a:solidFill>
                  </a:tcPr>
                </a:tc>
              </a:tr>
            </a:tbl>
          </a:graphicData>
        </a:graphic>
      </p:graphicFrame>
      <p:sp>
        <p:nvSpPr>
          <p:cNvPr id="6" name="TextBox 5"/>
          <p:cNvSpPr txBox="1"/>
          <p:nvPr/>
        </p:nvSpPr>
        <p:spPr>
          <a:xfrm>
            <a:off x="7756146" y="1617581"/>
            <a:ext cx="3030766" cy="338554"/>
          </a:xfrm>
          <a:prstGeom prst="rect">
            <a:avLst/>
          </a:prstGeom>
          <a:noFill/>
          <a:ln w="6350">
            <a:noFill/>
          </a:ln>
        </p:spPr>
        <p:txBody>
          <a:bodyPr wrap="none" rtlCol="0">
            <a:spAutoFit/>
          </a:bodyPr>
          <a:lstStyle/>
          <a:p>
            <a:r>
              <a:rPr lang="en-US" sz="1600" dirty="0">
                <a:latin typeface="+mn-lt"/>
              </a:rPr>
              <a:t>MAE Error Table Comparison</a:t>
            </a:r>
            <a:endParaRPr lang="en-US" sz="1600" dirty="0">
              <a:latin typeface="+mn-lt"/>
            </a:endParaRPr>
          </a:p>
        </p:txBody>
      </p:sp>
      <p:graphicFrame>
        <p:nvGraphicFramePr>
          <p:cNvPr id="7" name="Chart 6"/>
          <p:cNvGraphicFramePr/>
          <p:nvPr/>
        </p:nvGraphicFramePr>
        <p:xfrm>
          <a:off x="780097" y="534813"/>
          <a:ext cx="4994629" cy="2842644"/>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8" name="Chart 7"/>
          <p:cNvGraphicFramePr/>
          <p:nvPr/>
        </p:nvGraphicFramePr>
        <p:xfrm>
          <a:off x="767291" y="3283856"/>
          <a:ext cx="5138762" cy="288144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US" dirty="0"/>
          </a:p>
        </p:txBody>
      </p:sp>
      <p:graphicFrame>
        <p:nvGraphicFramePr>
          <p:cNvPr id="5" name="Table 4"/>
          <p:cNvGraphicFramePr>
            <a:graphicFrameLocks noGrp="1"/>
          </p:cNvGraphicFramePr>
          <p:nvPr/>
        </p:nvGraphicFramePr>
        <p:xfrm>
          <a:off x="6096000" y="1818052"/>
          <a:ext cx="5951981" cy="3149528"/>
        </p:xfrm>
        <a:graphic>
          <a:graphicData uri="http://schemas.openxmlformats.org/drawingml/2006/table">
            <a:tbl>
              <a:tblPr/>
              <a:tblGrid>
                <a:gridCol w="1224136"/>
                <a:gridCol w="887880"/>
                <a:gridCol w="767993"/>
                <a:gridCol w="767993"/>
                <a:gridCol w="767993"/>
                <a:gridCol w="767993"/>
                <a:gridCol w="767993"/>
              </a:tblGrid>
              <a:tr h="797167">
                <a:tc>
                  <a:txBody>
                    <a:bodyPr/>
                    <a:lstStyle/>
                    <a:p>
                      <a:pPr algn="ctr" fontAlgn="t"/>
                      <a:r>
                        <a:rPr lang="en-US" sz="1400" b="1" i="0" u="none" strike="noStrike" kern="1200" dirty="0">
                          <a:solidFill>
                            <a:srgbClr val="FFFFFF"/>
                          </a:solidFill>
                          <a:effectLst/>
                          <a:latin typeface="Arial" panose="020B0604020202020204" pitchFamily="34" charset="0"/>
                          <a:ea typeface="+mn-ea"/>
                          <a:cs typeface="+mn-cs"/>
                        </a:rPr>
                        <a:t>Methods/ State Vectors</a:t>
                      </a:r>
                      <a:endParaRPr lang="en-US" sz="1400" b="1" i="0" u="none" strike="noStrike" kern="1200" dirty="0">
                        <a:solidFill>
                          <a:srgbClr val="FFFFFF"/>
                        </a:solidFill>
                        <a:effectLst/>
                        <a:latin typeface="Arial" panose="020B0604020202020204" pitchFamily="34" charset="0"/>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dirty="0">
                          <a:solidFill>
                            <a:srgbClr val="FFFFFF"/>
                          </a:solidFill>
                          <a:effectLst/>
                          <a:latin typeface="Arial" panose="020B0604020202020204" pitchFamily="34" charset="0"/>
                        </a:rPr>
                        <a:t>r_x   </a:t>
                      </a:r>
                      <a:endParaRPr lang="en-US" sz="1400" b="1" i="0" u="none" strike="noStrike" dirty="0">
                        <a:solidFill>
                          <a:srgbClr val="FFFFFF"/>
                        </a:solidFill>
                        <a:effectLst/>
                        <a:latin typeface="Arial" panose="020B0604020202020204" pitchFamily="34" charset="0"/>
                      </a:endParaRPr>
                    </a:p>
                    <a:p>
                      <a:pPr algn="ctr" rtl="0" fontAlgn="ctr"/>
                      <a:r>
                        <a:rPr lang="en-US" sz="1400" b="1" i="0" u="none" strike="noStrike" dirty="0">
                          <a:solidFill>
                            <a:srgbClr val="FFFFFF"/>
                          </a:solidFill>
                          <a:effectLst/>
                          <a:latin typeface="Arial" panose="020B0604020202020204" pitchFamily="34" charset="0"/>
                        </a:rPr>
                        <a:t>(km)</a:t>
                      </a:r>
                      <a:endParaRPr lang="en-US" sz="1400" b="1" i="0" u="none" strike="noStrike" dirty="0">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a:solidFill>
                            <a:srgbClr val="FFFFFF"/>
                          </a:solidFill>
                          <a:effectLst/>
                          <a:latin typeface="Arial" panose="020B0604020202020204" pitchFamily="34" charset="0"/>
                        </a:rPr>
                        <a:t>r_y   (km)</a:t>
                      </a:r>
                      <a:endParaRPr lang="en-US" sz="1400" b="1" i="0" u="none" strike="noStrike">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dirty="0">
                          <a:solidFill>
                            <a:srgbClr val="FFFFFF"/>
                          </a:solidFill>
                          <a:effectLst/>
                          <a:latin typeface="Arial" panose="020B0604020202020204" pitchFamily="34" charset="0"/>
                        </a:rPr>
                        <a:t>r_z   (km)</a:t>
                      </a:r>
                      <a:endParaRPr lang="en-US" sz="1400" b="1" i="0" u="none" strike="noStrike" dirty="0">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a:solidFill>
                            <a:srgbClr val="FFFFFF"/>
                          </a:solidFill>
                          <a:effectLst/>
                          <a:latin typeface="Arial" panose="020B0604020202020204" pitchFamily="34" charset="0"/>
                        </a:rPr>
                        <a:t>v_x (km/s)</a:t>
                      </a:r>
                      <a:endParaRPr lang="en-US" sz="1400" b="1" i="0" u="none" strike="noStrike">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dirty="0">
                          <a:solidFill>
                            <a:srgbClr val="FFFFFF"/>
                          </a:solidFill>
                          <a:effectLst/>
                          <a:latin typeface="Arial" panose="020B0604020202020204" pitchFamily="34" charset="0"/>
                        </a:rPr>
                        <a:t>v_y (km/s)</a:t>
                      </a:r>
                      <a:endParaRPr lang="en-US" sz="1400" b="1" i="0" u="none" strike="noStrike" dirty="0">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3D79"/>
                    </a:solidFill>
                  </a:tcPr>
                </a:tc>
                <a:tc>
                  <a:txBody>
                    <a:bodyPr/>
                    <a:lstStyle/>
                    <a:p>
                      <a:pPr algn="ctr" rtl="0" fontAlgn="ctr"/>
                      <a:r>
                        <a:rPr lang="en-US" sz="1400" b="1" i="0" u="none" strike="noStrike">
                          <a:solidFill>
                            <a:srgbClr val="FFFFFF"/>
                          </a:solidFill>
                          <a:effectLst/>
                          <a:latin typeface="Arial" panose="020B0604020202020204" pitchFamily="34" charset="0"/>
                        </a:rPr>
                        <a:t>v_z (km/s)</a:t>
                      </a:r>
                      <a:endParaRPr lang="en-US" sz="1400" b="1" i="0" u="none" strike="noStrike">
                        <a:solidFill>
                          <a:srgbClr val="FFFFFF"/>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63D79"/>
                    </a:solidFill>
                  </a:tcPr>
                </a:tc>
              </a:tr>
              <a:tr h="498977">
                <a:tc>
                  <a:txBody>
                    <a:bodyPr/>
                    <a:lstStyle/>
                    <a:p>
                      <a:pPr algn="ctr" rtl="0" fontAlgn="ctr"/>
                      <a:r>
                        <a:rPr lang="en-US" sz="1400" b="0" i="0" u="none" strike="noStrike">
                          <a:solidFill>
                            <a:srgbClr val="000000"/>
                          </a:solidFill>
                          <a:effectLst/>
                          <a:latin typeface="Arial" panose="020B0604020202020204" pitchFamily="34" charset="0"/>
                        </a:rPr>
                        <a:t>MLP</a:t>
                      </a:r>
                      <a:endParaRPr lang="en-US" sz="1400" b="0" i="0" u="none" strike="noStrike">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dirty="0">
                          <a:solidFill>
                            <a:srgbClr val="000000"/>
                          </a:solidFill>
                          <a:effectLst/>
                          <a:latin typeface="+mn-lt"/>
                        </a:rPr>
                        <a:t>622.63</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398.88</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85.26</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0.06</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0.06</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0.18</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r>
              <a:tr h="720080">
                <a:tc>
                  <a:txBody>
                    <a:bodyPr/>
                    <a:lstStyle/>
                    <a:p>
                      <a:pPr algn="ctr" rtl="0" fontAlgn="ctr"/>
                      <a:r>
                        <a:rPr lang="en-US" sz="1400" b="0" i="0" u="none" strike="noStrike" dirty="0">
                          <a:solidFill>
                            <a:srgbClr val="000000"/>
                          </a:solidFill>
                          <a:effectLst/>
                          <a:latin typeface="Arial" panose="020B0604020202020204" pitchFamily="34" charset="0"/>
                        </a:rPr>
                        <a:t>LSTM</a:t>
                      </a:r>
                      <a:endParaRPr lang="en-US" sz="14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dirty="0">
                          <a:solidFill>
                            <a:srgbClr val="000000"/>
                          </a:solidFill>
                          <a:effectLst/>
                          <a:latin typeface="+mn-lt"/>
                        </a:rPr>
                        <a:t>2869.66</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3373.77</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210.684</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0.378</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0.894</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2.514</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C"/>
                    </a:solidFill>
                  </a:tcPr>
                </a:tc>
              </a:tr>
              <a:tr h="557240">
                <a:tc>
                  <a:txBody>
                    <a:bodyPr/>
                    <a:lstStyle/>
                    <a:p>
                      <a:pPr algn="ctr" rtl="0" fontAlgn="ctr"/>
                      <a:r>
                        <a:rPr lang="en-US" sz="1400" b="0" i="0" u="none" strike="noStrike" dirty="0">
                          <a:solidFill>
                            <a:srgbClr val="000000"/>
                          </a:solidFill>
                          <a:effectLst/>
                          <a:latin typeface="Arial" panose="020B0604020202020204" pitchFamily="34" charset="0"/>
                        </a:rPr>
                        <a:t>Gauss </a:t>
                      </a:r>
                      <a:endParaRPr lang="en-US" sz="1400" b="0" i="0" u="none" strike="noStrike" dirty="0">
                        <a:solidFill>
                          <a:srgbClr val="000000"/>
                        </a:solidFill>
                        <a:effectLst/>
                        <a:latin typeface="Arial" panose="020B0604020202020204" pitchFamily="34" charset="0"/>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673.66</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a:solidFill>
                            <a:srgbClr val="000000"/>
                          </a:solidFill>
                          <a:effectLst/>
                          <a:latin typeface="+mn-lt"/>
                        </a:rPr>
                        <a:t>300.12</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57.54</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a:solidFill>
                            <a:srgbClr val="000000"/>
                          </a:solidFill>
                          <a:effectLst/>
                          <a:latin typeface="+mn-lt"/>
                        </a:rPr>
                        <a:t>0.06</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0.12</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0.08</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r>
              <a:tr h="576064">
                <a:tc>
                  <a:txBody>
                    <a:bodyPr/>
                    <a:lstStyle/>
                    <a:p>
                      <a:pPr marL="0" algn="ctr" defTabSz="914400" rtl="0" eaLnBrk="1" fontAlgn="ctr" latinLnBrk="0" hangingPunct="1"/>
                      <a:r>
                        <a:rPr lang="en-US" sz="1400" b="0" i="0" u="none" strike="noStrike" kern="1200" dirty="0">
                          <a:solidFill>
                            <a:srgbClr val="000000"/>
                          </a:solidFill>
                          <a:effectLst/>
                          <a:latin typeface="Arial" panose="020B0604020202020204" pitchFamily="34" charset="0"/>
                          <a:ea typeface="+mn-ea"/>
                          <a:cs typeface="+mn-cs"/>
                        </a:rPr>
                        <a:t>Laplace</a:t>
                      </a:r>
                      <a:endParaRPr lang="en-US" sz="1400" b="0" i="0" u="none" strike="noStrike" kern="1200" dirty="0">
                        <a:solidFill>
                          <a:srgbClr val="000000"/>
                        </a:solidFill>
                        <a:effectLst/>
                        <a:latin typeface="Arial" panose="020B0604020202020204" pitchFamily="34" charset="0"/>
                        <a:ea typeface="+mn-ea"/>
                        <a:cs typeface="+mn-cs"/>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CCED7"/>
                    </a:solidFill>
                  </a:tcPr>
                </a:tc>
                <a:tc>
                  <a:txBody>
                    <a:bodyPr/>
                    <a:lstStyle/>
                    <a:p>
                      <a:pPr algn="ctr" rtl="0" fontAlgn="ctr"/>
                      <a:r>
                        <a:rPr lang="en-US" sz="1400" b="0" i="0" u="none" strike="noStrike">
                          <a:solidFill>
                            <a:srgbClr val="000000"/>
                          </a:solidFill>
                          <a:effectLst/>
                          <a:latin typeface="+mn-lt"/>
                        </a:rPr>
                        <a:t>673.68</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a:solidFill>
                            <a:srgbClr val="000000"/>
                          </a:solidFill>
                          <a:effectLst/>
                          <a:latin typeface="+mn-lt"/>
                        </a:rPr>
                        <a:t>300.12</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a:solidFill>
                            <a:srgbClr val="000000"/>
                          </a:solidFill>
                          <a:effectLst/>
                          <a:latin typeface="+mn-lt"/>
                        </a:rPr>
                        <a:t>57.54</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a:solidFill>
                            <a:srgbClr val="000000"/>
                          </a:solidFill>
                          <a:effectLst/>
                          <a:latin typeface="+mn-lt"/>
                        </a:rPr>
                        <a:t>0.06</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a:solidFill>
                            <a:srgbClr val="000000"/>
                          </a:solidFill>
                          <a:effectLst/>
                          <a:latin typeface="+mn-lt"/>
                        </a:rPr>
                        <a:t>0.12</a:t>
                      </a:r>
                      <a:endParaRPr lang="en-US" sz="1400" b="0" i="0" u="none" strike="noStrike">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c>
                  <a:txBody>
                    <a:bodyPr/>
                    <a:lstStyle/>
                    <a:p>
                      <a:pPr algn="ctr" rtl="0" fontAlgn="ctr"/>
                      <a:r>
                        <a:rPr lang="en-US" sz="1400" b="0" i="0" u="none" strike="noStrike" dirty="0">
                          <a:solidFill>
                            <a:srgbClr val="000000"/>
                          </a:solidFill>
                          <a:effectLst/>
                          <a:latin typeface="+mn-lt"/>
                        </a:rPr>
                        <a:t>0.08</a:t>
                      </a:r>
                      <a:endParaRPr lang="en-US" sz="1400" b="0" i="0" u="none" strike="noStrike" dirty="0">
                        <a:solidFill>
                          <a:srgbClr val="000000"/>
                        </a:solidFill>
                        <a:effectLst/>
                        <a:latin typeface="+mn-lt"/>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7E8EC"/>
                    </a:solidFill>
                  </a:tcPr>
                </a:tc>
              </a:tr>
            </a:tbl>
          </a:graphicData>
        </a:graphic>
      </p:graphicFrame>
      <p:sp>
        <p:nvSpPr>
          <p:cNvPr id="8" name="TextBox 7"/>
          <p:cNvSpPr txBox="1"/>
          <p:nvPr/>
        </p:nvSpPr>
        <p:spPr>
          <a:xfrm>
            <a:off x="7896200" y="1479498"/>
            <a:ext cx="3167021" cy="338554"/>
          </a:xfrm>
          <a:prstGeom prst="rect">
            <a:avLst/>
          </a:prstGeom>
          <a:noFill/>
          <a:ln w="6350">
            <a:noFill/>
          </a:ln>
        </p:spPr>
        <p:txBody>
          <a:bodyPr wrap="none" rtlCol="0">
            <a:spAutoFit/>
          </a:bodyPr>
          <a:lstStyle/>
          <a:p>
            <a:r>
              <a:rPr lang="en-US" sz="1600" dirty="0">
                <a:latin typeface="+mn-lt"/>
              </a:rPr>
              <a:t>RMSE Error Table Comparison</a:t>
            </a:r>
            <a:endParaRPr lang="en-US" sz="1600" dirty="0">
              <a:latin typeface="+mn-lt"/>
            </a:endParaRPr>
          </a:p>
        </p:txBody>
      </p:sp>
      <p:sp>
        <p:nvSpPr>
          <p:cNvPr id="9" name="Title 1"/>
          <p:cNvSpPr txBox="1"/>
          <p:nvPr/>
        </p:nvSpPr>
        <p:spPr bwMode="auto">
          <a:xfrm>
            <a:off x="919691" y="152400"/>
            <a:ext cx="10657417" cy="646112"/>
          </a:xfrm>
          <a:prstGeom prst="rect">
            <a:avLst/>
          </a:prstGeom>
          <a:noFill/>
          <a:ln w="9525">
            <a:noFill/>
            <a:miter lim="800000"/>
          </a:ln>
          <a:effectLst/>
        </p:spPr>
        <p:txBody>
          <a:bodyPr vert="horz" wrap="square" lIns="92075" tIns="46038" rIns="92075" bIns="46038" numCol="1" anchor="ctr" anchorCtr="0" compatLnSpc="1"/>
          <a:lstStyle>
            <a:lvl1pPr algn="ctr" rtl="0" eaLnBrk="1" fontAlgn="base" hangingPunct="1">
              <a:spcBef>
                <a:spcPct val="0"/>
              </a:spcBef>
              <a:spcAft>
                <a:spcPct val="0"/>
              </a:spcAft>
              <a:defRPr sz="2600" b="1">
                <a:solidFill>
                  <a:srgbClr val="063D79"/>
                </a:solidFill>
                <a:latin typeface="+mj-lt"/>
                <a:ea typeface="+mj-ea"/>
                <a:cs typeface="+mj-cs"/>
              </a:defRPr>
            </a:lvl1pPr>
            <a:lvl2pPr algn="ctr" rtl="0" eaLnBrk="1" fontAlgn="base" hangingPunct="1">
              <a:spcBef>
                <a:spcPct val="0"/>
              </a:spcBef>
              <a:spcAft>
                <a:spcPct val="0"/>
              </a:spcAft>
              <a:defRPr sz="2600" b="1">
                <a:solidFill>
                  <a:srgbClr val="063D79"/>
                </a:solidFill>
                <a:latin typeface="Arial" panose="020B0604020202020204" pitchFamily="34" charset="0"/>
              </a:defRPr>
            </a:lvl2pPr>
            <a:lvl3pPr algn="ctr" rtl="0" eaLnBrk="1" fontAlgn="base" hangingPunct="1">
              <a:spcBef>
                <a:spcPct val="0"/>
              </a:spcBef>
              <a:spcAft>
                <a:spcPct val="0"/>
              </a:spcAft>
              <a:defRPr sz="2600" b="1">
                <a:solidFill>
                  <a:srgbClr val="063D79"/>
                </a:solidFill>
                <a:latin typeface="Arial" panose="020B0604020202020204" pitchFamily="34" charset="0"/>
              </a:defRPr>
            </a:lvl3pPr>
            <a:lvl4pPr algn="ctr" rtl="0" eaLnBrk="1" fontAlgn="base" hangingPunct="1">
              <a:spcBef>
                <a:spcPct val="0"/>
              </a:spcBef>
              <a:spcAft>
                <a:spcPct val="0"/>
              </a:spcAft>
              <a:defRPr sz="2600" b="1">
                <a:solidFill>
                  <a:srgbClr val="063D79"/>
                </a:solidFill>
                <a:latin typeface="Arial" panose="020B0604020202020204" pitchFamily="34" charset="0"/>
              </a:defRPr>
            </a:lvl4pPr>
            <a:lvl5pPr algn="ctr" rtl="0" eaLnBrk="1" fontAlgn="base" hangingPunct="1">
              <a:spcBef>
                <a:spcPct val="0"/>
              </a:spcBef>
              <a:spcAft>
                <a:spcPct val="0"/>
              </a:spcAft>
              <a:defRPr sz="2600" b="1">
                <a:solidFill>
                  <a:srgbClr val="063D79"/>
                </a:solidFill>
                <a:latin typeface="Arial" panose="020B0604020202020204" pitchFamily="34" charset="0"/>
              </a:defRPr>
            </a:lvl5pPr>
            <a:lvl6pPr marL="457200" algn="ctr" rtl="0" eaLnBrk="1" fontAlgn="base" hangingPunct="1">
              <a:spcBef>
                <a:spcPct val="0"/>
              </a:spcBef>
              <a:spcAft>
                <a:spcPct val="0"/>
              </a:spcAft>
              <a:defRPr sz="2600" b="1">
                <a:solidFill>
                  <a:srgbClr val="063D79"/>
                </a:solidFill>
                <a:latin typeface="Arial" panose="020B0604020202020204" pitchFamily="34" charset="0"/>
              </a:defRPr>
            </a:lvl6pPr>
            <a:lvl7pPr marL="914400" algn="ctr" rtl="0" eaLnBrk="1" fontAlgn="base" hangingPunct="1">
              <a:spcBef>
                <a:spcPct val="0"/>
              </a:spcBef>
              <a:spcAft>
                <a:spcPct val="0"/>
              </a:spcAft>
              <a:defRPr sz="2600" b="1">
                <a:solidFill>
                  <a:srgbClr val="063D79"/>
                </a:solidFill>
                <a:latin typeface="Arial" panose="020B0604020202020204" pitchFamily="34" charset="0"/>
              </a:defRPr>
            </a:lvl7pPr>
            <a:lvl8pPr marL="1371600" algn="ctr" rtl="0" eaLnBrk="1" fontAlgn="base" hangingPunct="1">
              <a:spcBef>
                <a:spcPct val="0"/>
              </a:spcBef>
              <a:spcAft>
                <a:spcPct val="0"/>
              </a:spcAft>
              <a:defRPr sz="2600" b="1">
                <a:solidFill>
                  <a:srgbClr val="063D79"/>
                </a:solidFill>
                <a:latin typeface="Arial" panose="020B0604020202020204" pitchFamily="34" charset="0"/>
              </a:defRPr>
            </a:lvl8pPr>
            <a:lvl9pPr marL="1828800" algn="ctr" rtl="0" eaLnBrk="1" fontAlgn="base" hangingPunct="1">
              <a:spcBef>
                <a:spcPct val="0"/>
              </a:spcBef>
              <a:spcAft>
                <a:spcPct val="0"/>
              </a:spcAft>
              <a:defRPr sz="2600" b="1">
                <a:solidFill>
                  <a:srgbClr val="063D79"/>
                </a:solidFill>
                <a:latin typeface="Arial" panose="020B0604020202020204" pitchFamily="34" charset="0"/>
              </a:defRPr>
            </a:lvl9pPr>
          </a:lstStyle>
          <a:p>
            <a:r>
              <a:rPr lang="en-US" kern="0" dirty="0"/>
              <a:t>Neural Network (MLP, LSTM) Methods Evaluation   </a:t>
            </a:r>
            <a:endParaRPr lang="en-US" kern="0" dirty="0"/>
          </a:p>
        </p:txBody>
      </p:sp>
      <p:graphicFrame>
        <p:nvGraphicFramePr>
          <p:cNvPr id="10" name="Chart 9"/>
          <p:cNvGraphicFramePr/>
          <p:nvPr/>
        </p:nvGraphicFramePr>
        <p:xfrm>
          <a:off x="790550" y="569912"/>
          <a:ext cx="4686300" cy="2852058"/>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1" name="Chart 10"/>
          <p:cNvGraphicFramePr/>
          <p:nvPr/>
        </p:nvGraphicFramePr>
        <p:xfrm>
          <a:off x="639841" y="3562005"/>
          <a:ext cx="4736080" cy="2603299"/>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Conclusion</a:t>
            </a:r>
            <a:endParaRPr lang="en-US" sz="3200" dirty="0"/>
          </a:p>
        </p:txBody>
      </p:sp>
      <p:sp>
        <p:nvSpPr>
          <p:cNvPr id="3" name="Text Placeholder 2"/>
          <p:cNvSpPr>
            <a:spLocks noGrp="1"/>
          </p:cNvSpPr>
          <p:nvPr>
            <p:ph type="body" sz="quarter" idx="10"/>
          </p:nvPr>
        </p:nvSpPr>
        <p:spPr>
          <a:xfrm>
            <a:off x="731942" y="836712"/>
            <a:ext cx="10657417" cy="5184576"/>
          </a:xfrm>
        </p:spPr>
        <p:txBody>
          <a:bodyPr/>
          <a:lstStyle/>
          <a:p>
            <a:pPr marL="457200" indent="-457200">
              <a:buFont typeface="+mj-lt"/>
              <a:buAutoNum type="arabicPeriod"/>
            </a:pPr>
            <a:r>
              <a:rPr lang="en-US" sz="1600" b="1" dirty="0"/>
              <a:t>Traditional Methods vs Ground Truth : </a:t>
            </a:r>
            <a:r>
              <a:rPr lang="en-US" sz="1600" dirty="0"/>
              <a:t>Gauss &amp; Laplace Methods are very close to ground truth with</a:t>
            </a:r>
            <a:r>
              <a:rPr lang="en-US" sz="1600" b="1" dirty="0"/>
              <a:t> </a:t>
            </a:r>
            <a:r>
              <a:rPr lang="en-US" sz="1600" dirty="0"/>
              <a:t>Position Errors ~300–673 km RMSE, ~55–124 km MAE.</a:t>
            </a:r>
            <a:endParaRPr lang="en-US" sz="1600" dirty="0"/>
          </a:p>
          <a:p>
            <a:pPr marL="457200" indent="-457200">
              <a:buFont typeface="+mj-lt"/>
              <a:buAutoNum type="arabicPeriod"/>
            </a:pPr>
            <a:r>
              <a:rPr lang="en-US" sz="1600" b="1" dirty="0"/>
              <a:t>Neural Networks (MLP &amp; LSTM ) vs Ground Truth: </a:t>
            </a:r>
            <a:endParaRPr lang="en-US" sz="1600" b="1" dirty="0"/>
          </a:p>
          <a:p>
            <a:pPr lvl="1"/>
            <a:r>
              <a:rPr lang="en-US" sz="1600" b="1" dirty="0"/>
              <a:t>MLP </a:t>
            </a:r>
            <a:r>
              <a:rPr lang="en-US" sz="1600" dirty="0"/>
              <a:t>model demonstrated moderate accuracy, with position errors ranging between 200–600 km and relatively low velocity errors under 0.1 km/s.</a:t>
            </a:r>
            <a:endParaRPr lang="en-US" sz="1600" dirty="0"/>
          </a:p>
          <a:p>
            <a:pPr lvl="1"/>
            <a:r>
              <a:rPr lang="en-US" sz="1600" b="1" dirty="0"/>
              <a:t>LSTM performs the lowest accuracy among adapted methods</a:t>
            </a:r>
            <a:r>
              <a:rPr lang="en-US" sz="1600" dirty="0"/>
              <a:t>, especially in position estimation (errors &gt; 3000 km).</a:t>
            </a:r>
            <a:endParaRPr lang="en-US" sz="1600" b="1" dirty="0"/>
          </a:p>
          <a:p>
            <a:pPr marL="457200" indent="-457200">
              <a:buFont typeface="+mj-lt"/>
              <a:buAutoNum type="arabicPeriod"/>
            </a:pPr>
            <a:r>
              <a:rPr lang="en-US" sz="1600" b="1" dirty="0"/>
              <a:t>Neural Networks (MLP) vs Traditional Methods:</a:t>
            </a:r>
            <a:endParaRPr lang="en-US" sz="1600" b="1" dirty="0"/>
          </a:p>
          <a:p>
            <a:pPr marL="685800" lvl="1"/>
            <a:r>
              <a:rPr lang="en-US" sz="1600" b="1" dirty="0"/>
              <a:t>MLP performs moderately well </a:t>
            </a:r>
            <a:r>
              <a:rPr lang="en-US" sz="1600" dirty="0"/>
              <a:t>among adapted methods, with better results than LSTM, and comparable to traditional methods.</a:t>
            </a:r>
            <a:endParaRPr lang="en-US" sz="1600" dirty="0"/>
          </a:p>
          <a:p>
            <a:pPr marL="685800" lvl="1"/>
            <a:r>
              <a:rPr lang="en-US" sz="1600" dirty="0"/>
              <a:t>MLP produces acceptable velocity estimates, its position errors are notably larger reaching over 200 km in MAE and 600 km in RMSE, compared to less than 125 km in MAE from traditional approaches.</a:t>
            </a:r>
            <a:endParaRPr lang="en-US" sz="1600" b="1" dirty="0"/>
          </a:p>
          <a:p>
            <a:pPr>
              <a:buFont typeface="+mj-lt"/>
              <a:buAutoNum type="arabicPeriod"/>
            </a:pPr>
            <a:r>
              <a:rPr lang="en-US" sz="1600" dirty="0"/>
              <a:t>MLP shows promising results, however MLP not yet precise enough for high-accuracy orbital applications and could benefit from further optimization and enhanced training data. </a:t>
            </a:r>
            <a:endParaRPr lang="en-US" sz="1600" dirty="0"/>
          </a:p>
          <a:p>
            <a:pPr marL="0" indent="0">
              <a:buNone/>
            </a:pP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a:t>
            </a:r>
            <a:endParaRPr lang="en-US" dirty="0"/>
          </a:p>
        </p:txBody>
      </p:sp>
      <p:sp>
        <p:nvSpPr>
          <p:cNvPr id="3" name="Text Placeholder 2"/>
          <p:cNvSpPr>
            <a:spLocks noGrp="1"/>
          </p:cNvSpPr>
          <p:nvPr>
            <p:ph type="body" sz="quarter" idx="10"/>
          </p:nvPr>
        </p:nvSpPr>
        <p:spPr/>
        <p:txBody>
          <a:bodyPr/>
          <a:lstStyle/>
          <a:p>
            <a:r>
              <a:rPr lang="en-US" b="1" dirty="0"/>
              <a:t>Improve the LSTM model by </a:t>
            </a:r>
            <a:r>
              <a:rPr lang="en-US" dirty="0"/>
              <a:t>incorporating Bayesian NNs or Monte Carlo dropout to estimate the uncertainty in orbit predictions, which is crucial for SSA</a:t>
            </a:r>
            <a:endParaRPr lang="en-US" dirty="0"/>
          </a:p>
          <a:p>
            <a:r>
              <a:rPr lang="en-US" b="1" dirty="0"/>
              <a:t>Integration with Tracking Systems</a:t>
            </a:r>
            <a:r>
              <a:rPr lang="en-US" dirty="0"/>
              <a:t>: Work on integrating the model into ground station tracking software.</a:t>
            </a:r>
            <a:endParaRPr lang="en-US" dirty="0"/>
          </a:p>
          <a:p>
            <a:r>
              <a:rPr lang="en-US" b="1" dirty="0"/>
              <a:t>Physics-Informed Neural Networks (PINNs)</a:t>
            </a:r>
            <a:r>
              <a:rPr lang="en-US" dirty="0"/>
              <a:t>: Enforce orbital dynamics equations within the NN training process.</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sz="2800" dirty="0"/>
              <a:t>References</a:t>
            </a:r>
            <a:endParaRPr lang="en-US" noProof="0" dirty="0" err="1">
              <a:latin typeface="Arial Black" panose="020B0A04020102020204" pitchFamily="34" charset="0"/>
            </a:endParaRPr>
          </a:p>
        </p:txBody>
      </p:sp>
      <p:sp>
        <p:nvSpPr>
          <p:cNvPr id="6" name="Segnaposto testo 5"/>
          <p:cNvSpPr>
            <a:spLocks noGrp="1"/>
          </p:cNvSpPr>
          <p:nvPr>
            <p:ph type="body" sz="quarter" idx="10"/>
          </p:nvPr>
        </p:nvSpPr>
        <p:spPr>
          <a:xfrm>
            <a:off x="474129" y="902557"/>
            <a:ext cx="11338767" cy="4837226"/>
          </a:xfrm>
        </p:spPr>
        <p:txBody>
          <a:bodyPr/>
          <a:lstStyle/>
          <a:p>
            <a:pPr>
              <a:buNone/>
            </a:pPr>
            <a:r>
              <a:rPr lang="en-GB" sz="1400" dirty="0">
                <a:ea typeface="+mn-lt"/>
                <a:cs typeface="+mn-lt"/>
              </a:rPr>
              <a:t>[1] </a:t>
            </a:r>
            <a:r>
              <a:rPr lang="en-US" sz="1400" dirty="0"/>
              <a:t>D. Schwab, P. </a:t>
            </a:r>
            <a:r>
              <a:rPr lang="en-US" sz="1400" dirty="0" err="1"/>
              <a:t>Singla</a:t>
            </a:r>
            <a:r>
              <a:rPr lang="en-US" sz="1400" dirty="0"/>
              <a:t>, and S. </a:t>
            </a:r>
            <a:r>
              <a:rPr lang="en-US" sz="1400" dirty="0" err="1"/>
              <a:t>O’Rourke,“Angles</a:t>
            </a:r>
            <a:r>
              <a:rPr lang="en-US" sz="1400" dirty="0"/>
              <a:t>-only initial orbit determination </a:t>
            </a:r>
            <a:r>
              <a:rPr lang="en-US" sz="1400" dirty="0" err="1"/>
              <a:t>viamultivariate</a:t>
            </a:r>
            <a:r>
              <a:rPr lang="en-US" sz="1400" dirty="0"/>
              <a:t> </a:t>
            </a:r>
            <a:r>
              <a:rPr lang="en-US" sz="1400" dirty="0" err="1"/>
              <a:t>gaussian</a:t>
            </a:r>
            <a:r>
              <a:rPr lang="en-US" sz="1400" dirty="0"/>
              <a:t> process </a:t>
            </a:r>
            <a:r>
              <a:rPr lang="en-US" sz="1400" dirty="0" err="1"/>
              <a:t>regression,”Electronics</a:t>
            </a:r>
            <a:r>
              <a:rPr lang="en-US" sz="1400" dirty="0"/>
              <a:t>, vol. 11, no. 4, 2022, </a:t>
            </a:r>
            <a:r>
              <a:rPr lang="en-US" sz="1400" dirty="0" err="1"/>
              <a:t>issn</a:t>
            </a:r>
            <a:r>
              <a:rPr lang="en-US" sz="1400" dirty="0"/>
              <a:t>: 2079-9292. </a:t>
            </a:r>
            <a:r>
              <a:rPr lang="en-US" sz="1400" dirty="0" err="1"/>
              <a:t>doi</a:t>
            </a:r>
            <a:r>
              <a:rPr lang="en-US" sz="1400" dirty="0"/>
              <a:t>: 10.3390/Schwab.2022. [Online].Available: </a:t>
            </a:r>
            <a:r>
              <a:rPr lang="en-US" sz="1400" dirty="0">
                <a:hlinkClick r:id="rId1"/>
              </a:rPr>
              <a:t>https://www.mdpi.com/2079-9292/11/4/588</a:t>
            </a:r>
            <a:r>
              <a:rPr lang="en-US" sz="1400" dirty="0"/>
              <a:t>  </a:t>
            </a:r>
            <a:endParaRPr lang="en-GB" sz="1400" dirty="0">
              <a:ea typeface="+mn-lt"/>
              <a:cs typeface="+mn-lt"/>
            </a:endParaRPr>
          </a:p>
          <a:p>
            <a:pPr>
              <a:buNone/>
            </a:pPr>
            <a:r>
              <a:rPr lang="en-GB" sz="1400" dirty="0">
                <a:ea typeface="+mn-lt"/>
                <a:cs typeface="+mn-lt"/>
              </a:rPr>
              <a:t>[2] Andrew </a:t>
            </a:r>
            <a:r>
              <a:rPr lang="en-GB" sz="1400" dirty="0" err="1">
                <a:ea typeface="+mn-lt"/>
                <a:cs typeface="+mn-lt"/>
              </a:rPr>
              <a:t>vernon</a:t>
            </a:r>
            <a:r>
              <a:rPr lang="en-GB" sz="1400" dirty="0">
                <a:ea typeface="+mn-lt"/>
                <a:cs typeface="+mn-lt"/>
              </a:rPr>
              <a:t> </a:t>
            </a:r>
            <a:r>
              <a:rPr lang="en-GB" sz="1400" dirty="0" err="1">
                <a:ea typeface="+mn-lt"/>
                <a:cs typeface="+mn-lt"/>
              </a:rPr>
              <a:t>schaeperkoetter</a:t>
            </a:r>
            <a:r>
              <a:rPr lang="en-GB" sz="1400" dirty="0">
                <a:ea typeface="+mn-lt"/>
                <a:cs typeface="+mn-lt"/>
              </a:rPr>
              <a:t>, a comprehensive comparison between angles-only initial orbit determination techniques, Texas A&amp;M University December 2011</a:t>
            </a:r>
            <a:endParaRPr lang="en-US" sz="1400" dirty="0">
              <a:ea typeface="Calibri" panose="020F0502020204030204"/>
              <a:cs typeface="Times New Roman" panose="02020603050405020304"/>
            </a:endParaRPr>
          </a:p>
          <a:p>
            <a:pPr>
              <a:buNone/>
            </a:pPr>
            <a:r>
              <a:rPr lang="en-GB" sz="1400" dirty="0">
                <a:ea typeface="+mn-lt"/>
                <a:cs typeface="+mn-lt"/>
              </a:rPr>
              <a:t>[3] Thomas </a:t>
            </a:r>
            <a:r>
              <a:rPr lang="en-GB" sz="1400" dirty="0" err="1">
                <a:ea typeface="+mn-lt"/>
                <a:cs typeface="+mn-lt"/>
              </a:rPr>
              <a:t>Hasenohr</a:t>
            </a:r>
            <a:r>
              <a:rPr lang="en-GB" sz="1400" dirty="0">
                <a:ea typeface="+mn-lt"/>
                <a:cs typeface="+mn-lt"/>
              </a:rPr>
              <a:t>, Initial Detection and Tracking of Objects in Low Earth Orbit, German Aerospace Center Stuttgart, Institute of Technical Physics, Active optical Systems University of Stuttgart</a:t>
            </a:r>
            <a:endParaRPr lang="en-GB" sz="1400" dirty="0">
              <a:ea typeface="Calibri" panose="020F0502020204030204"/>
              <a:cs typeface="Times New Roman" panose="02020603050405020304"/>
            </a:endParaRPr>
          </a:p>
          <a:p>
            <a:pPr marL="0" indent="0">
              <a:buNone/>
            </a:pPr>
            <a:r>
              <a:rPr lang="en-US" sz="1400" dirty="0">
                <a:ea typeface="+mn-lt"/>
                <a:cs typeface="+mn-lt"/>
              </a:rPr>
              <a:t>[4] Byoung-Sun Lee , </a:t>
            </a:r>
            <a:r>
              <a:rPr lang="en-US" sz="1400" dirty="0" err="1">
                <a:ea typeface="+mn-lt"/>
                <a:cs typeface="+mn-lt"/>
              </a:rPr>
              <a:t>Yoola</a:t>
            </a:r>
            <a:r>
              <a:rPr lang="en-US" sz="1400" dirty="0">
                <a:ea typeface="+mn-lt"/>
                <a:cs typeface="+mn-lt"/>
              </a:rPr>
              <a:t> Hwang, Dae-Won Kim, Machine Learning Approach to Initial Orbit Determination of Unknown LEO Satellites, Electronics and Telecommunications Research Institute (ETRI), Daejeon 34129, Republic of Korea</a:t>
            </a:r>
            <a:endParaRPr lang="en-US" sz="1400" dirty="0">
              <a:ea typeface="Calibri" panose="020F0502020204030204"/>
              <a:cs typeface="Arial" panose="020B0604020202020204"/>
            </a:endParaRPr>
          </a:p>
          <a:p>
            <a:pPr marL="0" indent="0">
              <a:buSzPct val="100000"/>
              <a:buNone/>
            </a:pPr>
            <a:r>
              <a:rPr lang="en-US" sz="1400" dirty="0">
                <a:ea typeface="+mn-lt"/>
                <a:cs typeface="+mn-lt"/>
              </a:rPr>
              <a:t>[5] Ivan Agostinelli, Gilberto </a:t>
            </a:r>
            <a:r>
              <a:rPr lang="en-US" sz="1400" dirty="0" err="1">
                <a:ea typeface="+mn-lt"/>
                <a:cs typeface="+mn-lt"/>
              </a:rPr>
              <a:t>Goracci</a:t>
            </a:r>
            <a:r>
              <a:rPr lang="en-US" sz="1400" dirty="0">
                <a:ea typeface="+mn-lt"/>
                <a:cs typeface="+mn-lt"/>
              </a:rPr>
              <a:t>, Fabio Curti, Initial orbit determination via artificial intelligence for too-short arcs, Department of Systems &amp; Industrial Engineering, The University of Arizona, 1127 E. James E. Rogers Way, Tucson, 85721, AZ, United States</a:t>
            </a:r>
            <a:endParaRPr lang="en-US" sz="1400" dirty="0">
              <a:ea typeface="Calibri" panose="020F0502020204030204"/>
              <a:cs typeface="Arial" panose="020B0604020202020204"/>
            </a:endParaRPr>
          </a:p>
          <a:p>
            <a:pPr marL="0" indent="0">
              <a:buSzPct val="100000"/>
              <a:buNone/>
            </a:pPr>
            <a:r>
              <a:rPr lang="en-US" sz="1400" dirty="0">
                <a:ea typeface="+mn-lt"/>
                <a:cs typeface="+mn-lt"/>
              </a:rPr>
              <a:t>[6] Luigi </a:t>
            </a:r>
            <a:r>
              <a:rPr lang="en-US" sz="1400" dirty="0" err="1">
                <a:ea typeface="+mn-lt"/>
                <a:cs typeface="+mn-lt"/>
              </a:rPr>
              <a:t>Ansalone</a:t>
            </a:r>
            <a:r>
              <a:rPr lang="en-US" sz="1400" dirty="0">
                <a:ea typeface="+mn-lt"/>
                <a:cs typeface="+mn-lt"/>
              </a:rPr>
              <a:t> , Fabio Curti,  A genetic algorithm for Initial Orbit Determination from a too short arc optical observation, Sapienza     University of Rome, DIAEE, ARCA Lab, via Salaria 851, 00138 Rome, Italy, August 2013</a:t>
            </a:r>
            <a:endParaRPr lang="en-US" sz="1400" dirty="0">
              <a:ea typeface="Calibri" panose="020F0502020204030204"/>
              <a:cs typeface="Arial" panose="020B0604020202020204"/>
            </a:endParaRPr>
          </a:p>
          <a:p>
            <a:pPr>
              <a:buNone/>
            </a:pPr>
            <a:r>
              <a:rPr lang="en-US" sz="1400" dirty="0">
                <a:ea typeface="+mn-lt"/>
                <a:cs typeface="+mn-lt"/>
              </a:rPr>
              <a:t>[7] Zhe Zhang ,</a:t>
            </a:r>
            <a:r>
              <a:rPr lang="en-US" sz="1400" dirty="0" err="1">
                <a:ea typeface="+mn-lt"/>
                <a:cs typeface="+mn-lt"/>
              </a:rPr>
              <a:t>Yishuai</a:t>
            </a:r>
            <a:r>
              <a:rPr lang="en-US" sz="1400" dirty="0">
                <a:ea typeface="+mn-lt"/>
                <a:cs typeface="+mn-lt"/>
              </a:rPr>
              <a:t> Shi, </a:t>
            </a:r>
            <a:r>
              <a:rPr lang="en-US" sz="1400" dirty="0" err="1">
                <a:ea typeface="+mn-lt"/>
                <a:cs typeface="+mn-lt"/>
              </a:rPr>
              <a:t>andZuoxiu</a:t>
            </a:r>
            <a:r>
              <a:rPr lang="en-US" sz="1400" dirty="0">
                <a:ea typeface="+mn-lt"/>
                <a:cs typeface="+mn-lt"/>
              </a:rPr>
              <a:t> Zheng, </a:t>
            </a:r>
            <a:r>
              <a:rPr lang="en-US" sz="1400" dirty="0" err="1">
                <a:ea typeface="+mn-lt"/>
                <a:cs typeface="+mn-lt"/>
              </a:rPr>
              <a:t>first_pagesettingsOrder</a:t>
            </a:r>
            <a:r>
              <a:rPr lang="en-US" sz="1400" dirty="0">
                <a:ea typeface="+mn-lt"/>
                <a:cs typeface="+mn-lt"/>
              </a:rPr>
              <a:t> Article Reprints Open </a:t>
            </a:r>
            <a:r>
              <a:rPr lang="en-US" sz="1400" dirty="0" err="1">
                <a:ea typeface="+mn-lt"/>
                <a:cs typeface="+mn-lt"/>
              </a:rPr>
              <a:t>AccessArticle</a:t>
            </a:r>
            <a:r>
              <a:rPr lang="en-US" sz="1400" dirty="0">
                <a:ea typeface="+mn-lt"/>
                <a:cs typeface="+mn-lt"/>
              </a:rPr>
              <a:t> Improving Angle-Only Orbit Determination Accuracy for Earth–Moon </a:t>
            </a:r>
            <a:r>
              <a:rPr lang="en-US" sz="1400" dirty="0" err="1">
                <a:ea typeface="+mn-lt"/>
                <a:cs typeface="+mn-lt"/>
              </a:rPr>
              <a:t>Libration</a:t>
            </a:r>
            <a:r>
              <a:rPr lang="en-US" sz="1400" dirty="0">
                <a:ea typeface="+mn-lt"/>
                <a:cs typeface="+mn-lt"/>
              </a:rPr>
              <a:t> Orbits Using a Neural-Network-Based Approach,  School of Aerospace Engineering, Beijing Institute of Technology, </a:t>
            </a:r>
            <a:r>
              <a:rPr lang="en-US" sz="1400" dirty="0" err="1">
                <a:ea typeface="+mn-lt"/>
                <a:cs typeface="+mn-lt"/>
              </a:rPr>
              <a:t>Beijng</a:t>
            </a:r>
            <a:r>
              <a:rPr lang="en-US" sz="1400" dirty="0">
                <a:ea typeface="+mn-lt"/>
                <a:cs typeface="+mn-lt"/>
              </a:rPr>
              <a:t> 100081, China</a:t>
            </a:r>
            <a:endParaRPr lang="en-US" sz="1400" dirty="0"/>
          </a:p>
          <a:p>
            <a:pPr marL="0" indent="0">
              <a:buNone/>
            </a:pPr>
            <a:endParaRPr lang="en-US" sz="1100" dirty="0">
              <a:latin typeface="Calibri" panose="020F0502020204030204"/>
              <a:ea typeface="Calibri" panose="020F0502020204030204"/>
              <a:cs typeface="Arial" panose="020B0604020202020204"/>
            </a:endParaRPr>
          </a:p>
          <a:p>
            <a:pPr marL="0" indent="0">
              <a:buSzPct val="100000"/>
              <a:buNone/>
            </a:pPr>
            <a:endParaRPr lang="en-US" sz="1600" dirty="0">
              <a:cs typeface="Arial" panose="020B0604020202020204"/>
            </a:endParaRPr>
          </a:p>
          <a:p>
            <a:pPr marL="0" indent="0">
              <a:buSzPct val="100000"/>
              <a:buNone/>
            </a:pPr>
            <a:endParaRPr lang="en-US" sz="1600" dirty="0"/>
          </a:p>
          <a:p>
            <a:pPr marL="0" indent="0">
              <a:buSzPct val="100000"/>
              <a:buNone/>
            </a:pPr>
            <a:endParaRPr lang="en-US" sz="1600" dirty="0">
              <a:cs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a:spLocks noGrp="1"/>
          </p:cNvSpPr>
          <p:nvPr>
            <p:ph type="title"/>
          </p:nvPr>
        </p:nvSpPr>
        <p:spPr>
          <a:xfrm>
            <a:off x="4079776" y="2780928"/>
            <a:ext cx="4011084" cy="1008112"/>
          </a:xfrm>
        </p:spPr>
        <p:txBody>
          <a:bodyPr wrap="square" anchor="b">
            <a:normAutofit/>
          </a:bodyPr>
          <a:lstStyle/>
          <a:p>
            <a:r>
              <a:rPr lang="en-US" sz="4800" dirty="0"/>
              <a:t>Thank you!</a:t>
            </a:r>
            <a:endParaRPr lang="en-US" sz="4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LSTM Model Development</a:t>
            </a:r>
            <a:endParaRPr lang="en-US" dirty="0"/>
          </a:p>
        </p:txBody>
      </p:sp>
      <p:sp>
        <p:nvSpPr>
          <p:cNvPr id="4" name="Text Placeholder 2"/>
          <p:cNvSpPr>
            <a:spLocks noGrp="1"/>
          </p:cNvSpPr>
          <p:nvPr>
            <p:ph type="body" sz="quarter" idx="10"/>
          </p:nvPr>
        </p:nvSpPr>
        <p:spPr/>
        <p:txBody>
          <a:bodyPr/>
          <a:lstStyle/>
          <a:p>
            <a:r>
              <a:rPr lang="en-US" dirty="0"/>
              <a:t>Hyperparameters tuning(from optuna):</a:t>
            </a:r>
            <a:endParaRPr lang="en-US" dirty="0"/>
          </a:p>
          <a:p>
            <a:pPr lvl="1"/>
            <a:r>
              <a:rPr lang="en-US" dirty="0"/>
              <a:t>Hidden layers: 1 </a:t>
            </a:r>
            <a:endParaRPr lang="en-US" dirty="0"/>
          </a:p>
          <a:p>
            <a:pPr lvl="1"/>
            <a:r>
              <a:rPr lang="en-US" dirty="0"/>
              <a:t>Hidden units: 111</a:t>
            </a:r>
            <a:endParaRPr lang="en-US" dirty="0"/>
          </a:p>
          <a:p>
            <a:pPr lvl="1"/>
            <a:r>
              <a:rPr lang="en-US" dirty="0"/>
              <a:t>Learning rate: 1e-4 0.002</a:t>
            </a:r>
            <a:endParaRPr lang="en-US" dirty="0"/>
          </a:p>
          <a:p>
            <a:pPr lvl="1"/>
            <a:r>
              <a:rPr lang="en-IN" dirty="0"/>
              <a:t>Dropout rate: </a:t>
            </a:r>
            <a:r>
              <a:rPr lang="en-US" dirty="0"/>
              <a:t>0.08</a:t>
            </a:r>
            <a:endParaRPr lang="en-US" dirty="0"/>
          </a:p>
          <a:p>
            <a:r>
              <a:rPr lang="en-IN" dirty="0"/>
              <a:t>LSTM Architecture: </a:t>
            </a:r>
            <a:endParaRPr lang="en-IN" dirty="0"/>
          </a:p>
          <a:p>
            <a:pPr lvl="1"/>
            <a:r>
              <a:rPr lang="en-IN" dirty="0"/>
              <a:t>Activation function: ReLU</a:t>
            </a:r>
            <a:endParaRPr lang="en-IN" dirty="0"/>
          </a:p>
          <a:p>
            <a:pPr lvl="1"/>
            <a:r>
              <a:rPr lang="en-IN" dirty="0"/>
              <a:t>Optimizer: Adam</a:t>
            </a:r>
            <a:endParaRPr lang="en-IN" dirty="0"/>
          </a:p>
          <a:p>
            <a:pPr lvl="1"/>
            <a:r>
              <a:rPr lang="en-IN" dirty="0"/>
              <a:t>Loss function: MSE</a:t>
            </a:r>
            <a:endParaRPr lang="en-IN" dirty="0"/>
          </a:p>
          <a:p>
            <a:endParaRPr lang="en-IN" dirty="0"/>
          </a:p>
        </p:txBody>
      </p:sp>
      <p:sp>
        <p:nvSpPr>
          <p:cNvPr id="5" name="Content Placeholder 6"/>
          <p:cNvSpPr txBox="1"/>
          <p:nvPr/>
        </p:nvSpPr>
        <p:spPr bwMode="auto">
          <a:xfrm>
            <a:off x="5879976" y="1007867"/>
            <a:ext cx="5256702" cy="2160240"/>
          </a:xfrm>
          <a:prstGeom prst="rect">
            <a:avLst/>
          </a:prstGeom>
          <a:noFill/>
          <a:ln w="9525">
            <a:noFill/>
            <a:miter lim="800000"/>
          </a:ln>
          <a:effectLst/>
        </p:spPr>
        <p:txBody>
          <a:bodyPr vert="horz" wrap="square" lIns="92075" tIns="46038" rIns="92075" bIns="46038" numCol="1" anchor="t" anchorCtr="0" compatLnSpc="1"/>
          <a:lstStyle>
            <a:lvl1pPr marL="0" indent="0" algn="l" rtl="0" eaLnBrk="1" fontAlgn="base" hangingPunct="1">
              <a:spcBef>
                <a:spcPts val="1200"/>
              </a:spcBef>
              <a:spcAft>
                <a:spcPts val="600"/>
              </a:spcAft>
              <a:buClr>
                <a:srgbClr val="063D79"/>
              </a:buClr>
              <a:buSzPct val="80000"/>
              <a:buFontTx/>
              <a:buNone/>
              <a:defRPr sz="2000">
                <a:solidFill>
                  <a:schemeClr val="tx2"/>
                </a:solidFill>
                <a:latin typeface="+mn-lt"/>
                <a:ea typeface="+mn-ea"/>
                <a:cs typeface="+mn-cs"/>
              </a:defRPr>
            </a:lvl1pPr>
            <a:lvl2pPr marL="742950" indent="-285750" algn="l" rtl="0" eaLnBrk="1" fontAlgn="base" hangingPunct="1">
              <a:spcBef>
                <a:spcPts val="600"/>
              </a:spcBef>
              <a:spcAft>
                <a:spcPts val="600"/>
              </a:spcAft>
              <a:buClr>
                <a:srgbClr val="063D79"/>
              </a:buClr>
              <a:buSzPct val="100000"/>
              <a:buFont typeface="Wingdings" panose="05000000000000000000" pitchFamily="2" charset="2"/>
              <a:buChar char="Ø"/>
              <a:defRPr sz="1800">
                <a:solidFill>
                  <a:schemeClr val="tx2"/>
                </a:solidFill>
                <a:latin typeface="+mn-lt"/>
              </a:defRPr>
            </a:lvl2pPr>
            <a:lvl3pPr marL="1143000" indent="-228600" algn="l" rtl="0" eaLnBrk="1" fontAlgn="base" hangingPunct="1">
              <a:spcBef>
                <a:spcPts val="600"/>
              </a:spcBef>
              <a:spcAft>
                <a:spcPts val="600"/>
              </a:spcAft>
              <a:buClr>
                <a:srgbClr val="063D79"/>
              </a:buClr>
              <a:buChar char="–"/>
              <a:defRPr sz="1600">
                <a:solidFill>
                  <a:schemeClr val="tx2"/>
                </a:solidFill>
                <a:latin typeface="+mn-lt"/>
              </a:defRPr>
            </a:lvl3pPr>
            <a:lvl4pPr marL="1562100" indent="-228600" algn="l" rtl="0" eaLnBrk="1" fontAlgn="base" hangingPunct="1">
              <a:spcBef>
                <a:spcPts val="600"/>
              </a:spcBef>
              <a:spcAft>
                <a:spcPts val="600"/>
              </a:spcAft>
              <a:buClr>
                <a:srgbClr val="063D79"/>
              </a:buClr>
              <a:buFont typeface="Wingdings" panose="05000000000000000000" pitchFamily="2" charset="2"/>
              <a:buChar char="§"/>
              <a:defRPr sz="1600">
                <a:solidFill>
                  <a:schemeClr val="tx2"/>
                </a:solidFill>
                <a:latin typeface="+mn-lt"/>
              </a:defRPr>
            </a:lvl4pPr>
            <a:lvl5pPr marL="1981200" indent="-228600" algn="l" rtl="0" eaLnBrk="1" fontAlgn="base" hangingPunct="1">
              <a:spcBef>
                <a:spcPts val="600"/>
              </a:spcBef>
              <a:spcAft>
                <a:spcPts val="600"/>
              </a:spcAft>
              <a:buClr>
                <a:srgbClr val="063D79"/>
              </a:buClr>
              <a:buChar char=" "/>
              <a:defRPr sz="1600">
                <a:solidFill>
                  <a:schemeClr val="tx2"/>
                </a:solidFill>
                <a:latin typeface="+mn-lt"/>
              </a:defRPr>
            </a:lvl5pPr>
            <a:lvl6pPr marL="2438400" indent="-228600" algn="l" rtl="0" eaLnBrk="1" fontAlgn="base" hangingPunct="1">
              <a:spcBef>
                <a:spcPct val="20000"/>
              </a:spcBef>
              <a:spcAft>
                <a:spcPct val="0"/>
              </a:spcAft>
              <a:buChar char=" "/>
              <a:defRPr sz="2000">
                <a:solidFill>
                  <a:srgbClr val="4D4D4D"/>
                </a:solidFill>
                <a:latin typeface="+mn-lt"/>
              </a:defRPr>
            </a:lvl6pPr>
            <a:lvl7pPr marL="2895600" indent="-228600" algn="l" rtl="0" eaLnBrk="1" fontAlgn="base" hangingPunct="1">
              <a:spcBef>
                <a:spcPct val="20000"/>
              </a:spcBef>
              <a:spcAft>
                <a:spcPct val="0"/>
              </a:spcAft>
              <a:buChar char=" "/>
              <a:defRPr sz="2000">
                <a:solidFill>
                  <a:srgbClr val="4D4D4D"/>
                </a:solidFill>
                <a:latin typeface="+mn-lt"/>
              </a:defRPr>
            </a:lvl7pPr>
            <a:lvl8pPr marL="3352800" indent="-228600" algn="l" rtl="0" eaLnBrk="1" fontAlgn="base" hangingPunct="1">
              <a:spcBef>
                <a:spcPct val="20000"/>
              </a:spcBef>
              <a:spcAft>
                <a:spcPct val="0"/>
              </a:spcAft>
              <a:buChar char=" "/>
              <a:defRPr sz="2000">
                <a:solidFill>
                  <a:srgbClr val="4D4D4D"/>
                </a:solidFill>
                <a:latin typeface="+mn-lt"/>
              </a:defRPr>
            </a:lvl8pPr>
            <a:lvl9pPr marL="3810000" indent="-228600" algn="l" rtl="0" eaLnBrk="1" fontAlgn="base" hangingPunct="1">
              <a:spcBef>
                <a:spcPct val="20000"/>
              </a:spcBef>
              <a:spcAft>
                <a:spcPct val="0"/>
              </a:spcAft>
              <a:buChar char=" "/>
              <a:defRPr sz="2000">
                <a:solidFill>
                  <a:srgbClr val="4D4D4D"/>
                </a:solidFill>
                <a:latin typeface="+mn-lt"/>
              </a:defRPr>
            </a:lvl9pPr>
          </a:lstStyle>
          <a:p>
            <a:pPr marL="342900" indent="-342900">
              <a:buFont typeface="Arial" panose="020B0604020202020204" pitchFamily="34" charset="0"/>
              <a:buChar char="•"/>
            </a:pPr>
            <a:r>
              <a:rPr lang="en-IN" b="0" kern="0"/>
              <a:t>ANN architecture: </a:t>
            </a:r>
            <a:endParaRPr lang="en-IN" b="0" kern="0"/>
          </a:p>
          <a:p>
            <a:pPr marL="1085850" lvl="1" indent="-342900"/>
            <a:r>
              <a:rPr lang="en-IN" b="0" kern="0"/>
              <a:t>Bi directional LSTM (Long Short Term Memory)</a:t>
            </a:r>
            <a:endParaRPr lang="en-IN" b="0" kern="0"/>
          </a:p>
          <a:p>
            <a:pPr marL="1085850" lvl="1" indent="-342900"/>
            <a:r>
              <a:rPr lang="en-IN" b="0" kern="0"/>
              <a:t>Forget gate, Input gate, Output gate</a:t>
            </a:r>
            <a:endParaRPr lang="en-US" b="0" kern="0"/>
          </a:p>
          <a:p>
            <a:pPr marL="1085850" lvl="1" indent="-342900"/>
            <a:r>
              <a:rPr lang="en-US" b="0" kern="0"/>
              <a:t>output from the </a:t>
            </a:r>
            <a:r>
              <a:rPr lang="en-US" b="1" kern="0"/>
              <a:t>middle time step</a:t>
            </a:r>
            <a:r>
              <a:rPr lang="en-US" b="0" kern="0"/>
              <a:t> only</a:t>
            </a:r>
            <a:endParaRPr lang="en-IN" b="0" kern="0" dirty="0"/>
          </a:p>
        </p:txBody>
      </p:sp>
    </p:spTree>
  </p:cSld>
  <p:clrMapOvr>
    <a:masterClrMapping/>
  </p:clrMapOvr>
</p:sld>
</file>

<file path=ppt/theme/theme1.xml><?xml version="1.0" encoding="utf-8"?>
<a:theme xmlns:a="http://schemas.openxmlformats.org/drawingml/2006/main" name="SE_powerpoint_17">
  <a:themeElements>
    <a:clrScheme name="LS3 Scheme">
      <a:dk1>
        <a:srgbClr val="000000"/>
      </a:dk1>
      <a:lt1>
        <a:srgbClr val="FFFFFF"/>
      </a:lt1>
      <a:dk2>
        <a:srgbClr val="000000"/>
      </a:dk2>
      <a:lt2>
        <a:srgbClr val="969696"/>
      </a:lt2>
      <a:accent1>
        <a:srgbClr val="063D79"/>
      </a:accent1>
      <a:accent2>
        <a:srgbClr val="B92700"/>
      </a:accent2>
      <a:accent3>
        <a:srgbClr val="008439"/>
      </a:accent3>
      <a:accent4>
        <a:srgbClr val="B97000"/>
      </a:accent4>
      <a:accent5>
        <a:srgbClr val="D8DADC"/>
      </a:accent5>
      <a:accent6>
        <a:srgbClr val="3F3F3F"/>
      </a:accent6>
      <a:hlink>
        <a:srgbClr val="063D79"/>
      </a:hlink>
      <a:folHlink>
        <a:srgbClr val="D8DADC"/>
      </a:folHlink>
    </a:clrScheme>
    <a:fontScheme name="Vorlag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rtlCol="0"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sz="1600" b="1" i="0" u="none" strike="noStrike" cap="none" normalizeH="0" baseline="0" dirty="0" smtClean="0">
            <a:ln>
              <a:noFill/>
            </a:ln>
            <a:solidFill>
              <a:schemeClr val="tx1"/>
            </a:solidFill>
            <a:effectLst/>
            <a:latin typeface="+mn-lt"/>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400" b="1" i="0" u="none" strike="noStrike" cap="none" normalizeH="0" baseline="0" smtClean="0">
            <a:ln>
              <a:noFill/>
            </a:ln>
            <a:solidFill>
              <a:schemeClr val="tx1"/>
            </a:solidFill>
            <a:effectLst/>
            <a:latin typeface="Arial Rounded MT Bold" pitchFamily="34" charset="0"/>
          </a:defRPr>
        </a:defPPr>
      </a:lstStyle>
    </a:lnDef>
    <a:txDef>
      <a:spPr>
        <a:noFill/>
      </a:spPr>
      <a:bodyPr wrap="square" rtlCol="0">
        <a:spAutoFit/>
      </a:bodyPr>
      <a:lstStyle>
        <a:defPPr>
          <a:defRPr sz="1600" b="0" dirty="0" err="1" smtClean="0">
            <a:latin typeface="+mn-lt"/>
          </a:defRPr>
        </a:defPPr>
      </a:lstStyle>
    </a:txDef>
  </a:objectDefaults>
  <a:extraClrSchemeLst>
    <a:extraClrScheme>
      <a:clrScheme name="Vorlag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orlag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Vorlage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orlage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orlage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orlage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Vorlage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8588</Words>
  <Application>WPS Presentation</Application>
  <PresentationFormat>Widescreen</PresentationFormat>
  <Paragraphs>557</Paragraphs>
  <Slides>24</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24</vt:i4>
      </vt:variant>
    </vt:vector>
  </HeadingPairs>
  <TitlesOfParts>
    <vt:vector size="38" baseType="lpstr">
      <vt:lpstr>Arial</vt:lpstr>
      <vt:lpstr>SimSun</vt:lpstr>
      <vt:lpstr>Wingdings</vt:lpstr>
      <vt:lpstr>Arial Rounded MT Bold</vt:lpstr>
      <vt:lpstr>Wingdings 3</vt:lpstr>
      <vt:lpstr>Symbol</vt:lpstr>
      <vt:lpstr>Times New Roman</vt:lpstr>
      <vt:lpstr>Arial Black</vt:lpstr>
      <vt:lpstr>Arial</vt:lpstr>
      <vt:lpstr>Microsoft YaHei</vt:lpstr>
      <vt:lpstr>Arial Unicode MS</vt:lpstr>
      <vt:lpstr>Calibri</vt:lpstr>
      <vt:lpstr>Times New Roman</vt:lpstr>
      <vt:lpstr>SE_powerpoint_17</vt:lpstr>
      <vt:lpstr>Angles-Only Initial orbit determination (IOD) using Neural Networks </vt:lpstr>
      <vt:lpstr>Content</vt:lpstr>
      <vt:lpstr>Overview</vt:lpstr>
      <vt:lpstr>Neural Networks</vt:lpstr>
      <vt:lpstr>PowerPoint 演示文稿</vt:lpstr>
      <vt:lpstr>Data Preprocessing for MLP</vt:lpstr>
      <vt:lpstr>MLP Model Development</vt:lpstr>
      <vt:lpstr>LSTM (Long Short-Term Memory)  Model Development</vt:lpstr>
      <vt:lpstr>Data Preprocessing for LSTM</vt:lpstr>
      <vt:lpstr>LSTM Model Development</vt:lpstr>
      <vt:lpstr>Results Evaluation</vt:lpstr>
      <vt:lpstr>MLP Results (True vs Predicted)</vt:lpstr>
      <vt:lpstr>MLP Results - Training Loss over Epochs</vt:lpstr>
      <vt:lpstr>LSTM Results (True vs Predicted)</vt:lpstr>
      <vt:lpstr>LSTM Results – Training Loss over Epochs</vt:lpstr>
      <vt:lpstr>Traditional Methods Results Evaluation</vt:lpstr>
      <vt:lpstr>Traditional Methods Results Evaluation</vt:lpstr>
      <vt:lpstr>Neural Network (MLP, LSTM) Methods Evaluation   </vt:lpstr>
      <vt:lpstr>  </vt:lpstr>
      <vt:lpstr>Conclusion</vt:lpstr>
      <vt:lpstr>Future Scope</vt:lpstr>
      <vt:lpstr>References</vt:lpstr>
      <vt:lpstr>Thank you!</vt:lpstr>
      <vt:lpstr>LSTM Model Development</vt:lpstr>
    </vt:vector>
  </TitlesOfParts>
  <Company>Universitaet Wuerzburg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Lukas Iffländer</dc:creator>
  <cp:lastModifiedBy>disha</cp:lastModifiedBy>
  <cp:revision>639</cp:revision>
  <cp:lastPrinted>2016-01-25T12:52:00Z</cp:lastPrinted>
  <dcterms:created xsi:type="dcterms:W3CDTF">2015-07-14T15:19:00Z</dcterms:created>
  <dcterms:modified xsi:type="dcterms:W3CDTF">2025-08-14T22:45:07Z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4946184E467F44AB83C0876D77CCC529_12</vt:lpwstr>
  </property>
  <property fmtid="{D5CDD505-2E9C-101B-9397-08002B2CF9AE}" pid="3" name="KSOProductBuildVer">
    <vt:lpwstr>1033-12.2.0.21931</vt:lpwstr>
  </property>
</Properties>
</file>